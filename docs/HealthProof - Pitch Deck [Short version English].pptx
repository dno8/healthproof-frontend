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Overpass"/>
      <p:regular r:id="rId16"/>
      <p:bold r:id="rId17"/>
      <p:italic r:id="rId18"/>
      <p:boldItalic r:id="rId19"/>
    </p:embeddedFont>
    <p:embeddedFont>
      <p:font typeface="Raleway Black"/>
      <p:bold r:id="rId20"/>
      <p:boldItalic r:id="rId21"/>
    </p:embeddedFont>
    <p:embeddedFont>
      <p:font typeface="PT Sans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8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Black-bold.fntdata"/><Relationship Id="rId22" Type="http://schemas.openxmlformats.org/officeDocument/2006/relationships/font" Target="fonts/PTSans-regular.fntdata"/><Relationship Id="rId21" Type="http://schemas.openxmlformats.org/officeDocument/2006/relationships/font" Target="fonts/RalewayBlack-boldItalic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PTSans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Overpass-bold.fntdata"/><Relationship Id="rId16" Type="http://schemas.openxmlformats.org/officeDocument/2006/relationships/font" Target="fonts/Overpass-regular.fntdata"/><Relationship Id="rId19" Type="http://schemas.openxmlformats.org/officeDocument/2006/relationships/font" Target="fonts/Overpass-boldItalic.fntdata"/><Relationship Id="rId18" Type="http://schemas.openxmlformats.org/officeDocument/2006/relationships/font" Target="fonts/Overpas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54dda1946d_6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54dda1946d_6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9546346e8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9546346e8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66c08c8b04_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66c08c8b04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ecf45167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ecf45167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5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237106" y="227144"/>
            <a:ext cx="952222" cy="319917"/>
            <a:chOff x="1608712" y="575096"/>
            <a:chExt cx="675431" cy="226924"/>
          </a:xfrm>
        </p:grpSpPr>
        <p:sp>
          <p:nvSpPr>
            <p:cNvPr id="12" name="Google Shape;12;p2"/>
            <p:cNvSpPr/>
            <p:nvPr/>
          </p:nvSpPr>
          <p:spPr>
            <a:xfrm>
              <a:off x="1608712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8398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3436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23122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07840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7525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62564" y="575096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22250" y="740131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 flipH="1">
            <a:off x="713150" y="2122700"/>
            <a:ext cx="38082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713225" y="1257200"/>
            <a:ext cx="38082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2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1pPr>
            <a:lvl2pPr indent="-3111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2pPr>
            <a:lvl3pPr indent="-3111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3pPr>
            <a:lvl4pPr indent="-3111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4pPr>
            <a:lvl5pPr indent="-3111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5pPr>
            <a:lvl6pPr indent="-3111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6pPr>
            <a:lvl7pPr indent="-3111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 sz="1300"/>
            </a:lvl7pPr>
            <a:lvl8pPr indent="-3111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 sz="1300"/>
            </a:lvl8pPr>
            <a:lvl9pPr indent="-3111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 sz="1300"/>
            </a:lvl9pPr>
          </a:lstStyle>
          <a:p/>
        </p:txBody>
      </p:sp>
      <p:grpSp>
        <p:nvGrpSpPr>
          <p:cNvPr id="26" name="Google Shape;26;p4"/>
          <p:cNvGrpSpPr/>
          <p:nvPr/>
        </p:nvGrpSpPr>
        <p:grpSpPr>
          <a:xfrm>
            <a:off x="7675627" y="168365"/>
            <a:ext cx="1107364" cy="596452"/>
            <a:chOff x="7675627" y="168365"/>
            <a:chExt cx="1107364" cy="596452"/>
          </a:xfrm>
        </p:grpSpPr>
        <p:sp>
          <p:nvSpPr>
            <p:cNvPr id="27" name="Google Shape;27;p4"/>
            <p:cNvSpPr/>
            <p:nvPr/>
          </p:nvSpPr>
          <p:spPr>
            <a:xfrm>
              <a:off x="7675627" y="168365"/>
              <a:ext cx="227677" cy="227677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463205" y="445031"/>
              <a:ext cx="319786" cy="319786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-721111" y="3588349"/>
            <a:ext cx="2259549" cy="2923926"/>
            <a:chOff x="-721111" y="3588349"/>
            <a:chExt cx="2259549" cy="2923926"/>
          </a:xfrm>
        </p:grpSpPr>
        <p:sp>
          <p:nvSpPr>
            <p:cNvPr id="30" name="Google Shape;30;p4"/>
            <p:cNvSpPr/>
            <p:nvPr/>
          </p:nvSpPr>
          <p:spPr>
            <a:xfrm flipH="1">
              <a:off x="-721111" y="4256026"/>
              <a:ext cx="2259549" cy="2256248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>
            <a:xfrm rot="-5400000">
              <a:off x="-77895" y="3901001"/>
              <a:ext cx="945222" cy="319917"/>
              <a:chOff x="1608712" y="575096"/>
              <a:chExt cx="670466" cy="226924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5"/>
          <p:cNvGrpSpPr/>
          <p:nvPr/>
        </p:nvGrpSpPr>
        <p:grpSpPr>
          <a:xfrm>
            <a:off x="-1381698" y="-2302157"/>
            <a:ext cx="12327897" cy="10632524"/>
            <a:chOff x="-1381698" y="-2302157"/>
            <a:chExt cx="12327897" cy="10632524"/>
          </a:xfrm>
        </p:grpSpPr>
        <p:sp>
          <p:nvSpPr>
            <p:cNvPr id="42" name="Google Shape;42;p5"/>
            <p:cNvSpPr/>
            <p:nvPr/>
          </p:nvSpPr>
          <p:spPr>
            <a:xfrm rot="-2700000">
              <a:off x="-895512" y="-1815971"/>
              <a:ext cx="2347515" cy="2347515"/>
            </a:xfrm>
            <a:custGeom>
              <a:rect b="b" l="l" r="r" t="t"/>
              <a:pathLst>
                <a:path extrusionOk="0" h="459500" w="45950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 rot="-2700000">
              <a:off x="7108446" y="4492613"/>
              <a:ext cx="3179299" cy="3179299"/>
            </a:xfrm>
            <a:custGeom>
              <a:rect b="b" l="l" r="r" t="t"/>
              <a:pathLst>
                <a:path extrusionOk="0" h="459500" w="45950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2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055244" y="37263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1583156" y="37263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5055244" y="3372625"/>
            <a:ext cx="2505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1583156" y="3372625"/>
            <a:ext cx="2505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>
            <a:off x="246372" y="260250"/>
            <a:ext cx="644953" cy="558490"/>
            <a:chOff x="246372" y="260250"/>
            <a:chExt cx="644953" cy="558490"/>
          </a:xfrm>
        </p:grpSpPr>
        <p:sp>
          <p:nvSpPr>
            <p:cNvPr id="50" name="Google Shape;50;p5"/>
            <p:cNvSpPr/>
            <p:nvPr/>
          </p:nvSpPr>
          <p:spPr>
            <a:xfrm>
              <a:off x="728514" y="260250"/>
              <a:ext cx="162812" cy="16281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246372" y="423062"/>
              <a:ext cx="395678" cy="395678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 rot="-5400000">
            <a:off x="8532757" y="3879652"/>
            <a:ext cx="1069622" cy="656067"/>
            <a:chOff x="277106" y="4125861"/>
            <a:chExt cx="940410" cy="576813"/>
          </a:xfrm>
        </p:grpSpPr>
        <p:sp>
          <p:nvSpPr>
            <p:cNvPr id="53" name="Google Shape;53;p5"/>
            <p:cNvSpPr/>
            <p:nvPr/>
          </p:nvSpPr>
          <p:spPr>
            <a:xfrm>
              <a:off x="27710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9038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0366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916946" y="46154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7710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9038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70366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916946" y="44478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710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9038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70366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916946" y="42934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27710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9038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0366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916946" y="41258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1130246" y="46154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1130246" y="44478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1130246" y="42934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1130246" y="41258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"/>
          <p:cNvGrpSpPr/>
          <p:nvPr/>
        </p:nvGrpSpPr>
        <p:grpSpPr>
          <a:xfrm>
            <a:off x="-654799" y="-864825"/>
            <a:ext cx="11188038" cy="11341664"/>
            <a:chOff x="-654799" y="-864825"/>
            <a:chExt cx="11188038" cy="11341664"/>
          </a:xfrm>
        </p:grpSpPr>
        <p:sp>
          <p:nvSpPr>
            <p:cNvPr id="75" name="Google Shape;75;p6"/>
            <p:cNvSpPr/>
            <p:nvPr/>
          </p:nvSpPr>
          <p:spPr>
            <a:xfrm>
              <a:off x="-654799" y="-864825"/>
              <a:ext cx="1493084" cy="1493084"/>
            </a:xfrm>
            <a:custGeom>
              <a:rect b="b" l="l" r="r" t="t"/>
              <a:pathLst>
                <a:path extrusionOk="0" h="350901" w="350901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803026" y="4746626"/>
              <a:ext cx="5730213" cy="5730213"/>
            </a:xfrm>
            <a:custGeom>
              <a:rect b="b" l="l" r="r" t="t"/>
              <a:pathLst>
                <a:path extrusionOk="0" h="350901" w="350901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8" name="Google Shape;78;p6"/>
          <p:cNvGrpSpPr/>
          <p:nvPr/>
        </p:nvGrpSpPr>
        <p:grpSpPr>
          <a:xfrm rot="5400000">
            <a:off x="488933" y="4471054"/>
            <a:ext cx="249523" cy="820121"/>
            <a:chOff x="72832" y="1247500"/>
            <a:chExt cx="347865" cy="1143344"/>
          </a:xfrm>
        </p:grpSpPr>
        <p:sp>
          <p:nvSpPr>
            <p:cNvPr id="79" name="Google Shape;79;p6"/>
            <p:cNvSpPr/>
            <p:nvPr/>
          </p:nvSpPr>
          <p:spPr>
            <a:xfrm>
              <a:off x="72832" y="1247500"/>
              <a:ext cx="99314" cy="99347"/>
            </a:xfrm>
            <a:custGeom>
              <a:rect b="b" l="l" r="r" t="t"/>
              <a:pathLst>
                <a:path extrusionOk="0" h="93503" w="93472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2832" y="1512641"/>
              <a:ext cx="99314" cy="99347"/>
            </a:xfrm>
            <a:custGeom>
              <a:rect b="b" l="l" r="r" t="t"/>
              <a:pathLst>
                <a:path extrusionOk="0" h="93503" w="93472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21384" y="1512650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21384" y="1777791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2832" y="1761206"/>
              <a:ext cx="99314" cy="99347"/>
            </a:xfrm>
            <a:custGeom>
              <a:rect b="b" l="l" r="r" t="t"/>
              <a:pathLst>
                <a:path extrusionOk="0" h="93503" w="93472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2832" y="2026347"/>
              <a:ext cx="99314" cy="99347"/>
            </a:xfrm>
            <a:custGeom>
              <a:rect b="b" l="l" r="r" t="t"/>
              <a:pathLst>
                <a:path extrusionOk="0" h="93503" w="93472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21384" y="2026356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321384" y="2291497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7853024" y="50098"/>
            <a:ext cx="1169941" cy="1332046"/>
            <a:chOff x="7853024" y="50098"/>
            <a:chExt cx="1169941" cy="1332046"/>
          </a:xfrm>
        </p:grpSpPr>
        <p:sp>
          <p:nvSpPr>
            <p:cNvPr id="88" name="Google Shape;88;p6"/>
            <p:cNvSpPr/>
            <p:nvPr/>
          </p:nvSpPr>
          <p:spPr>
            <a:xfrm>
              <a:off x="8845882" y="80603"/>
              <a:ext cx="177082" cy="17708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272916" y="1062358"/>
              <a:ext cx="319786" cy="319786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853024" y="50098"/>
              <a:ext cx="139460" cy="13946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430777" y="480475"/>
              <a:ext cx="234164" cy="234164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864699" y="992423"/>
              <a:ext cx="139460" cy="13946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7"/>
          <p:cNvGrpSpPr/>
          <p:nvPr/>
        </p:nvGrpSpPr>
        <p:grpSpPr>
          <a:xfrm>
            <a:off x="-1540690" y="-23652"/>
            <a:ext cx="12040890" cy="6961553"/>
            <a:chOff x="-1540690" y="-23652"/>
            <a:chExt cx="12040890" cy="6961553"/>
          </a:xfrm>
        </p:grpSpPr>
        <p:sp>
          <p:nvSpPr>
            <p:cNvPr id="95" name="Google Shape;95;p7"/>
            <p:cNvSpPr/>
            <p:nvPr/>
          </p:nvSpPr>
          <p:spPr>
            <a:xfrm rot="10800000">
              <a:off x="-1540690" y="4234611"/>
              <a:ext cx="2707416" cy="2703290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7"/>
            <p:cNvGrpSpPr/>
            <p:nvPr/>
          </p:nvGrpSpPr>
          <p:grpSpPr>
            <a:xfrm>
              <a:off x="439598" y="-23652"/>
              <a:ext cx="10060601" cy="5205813"/>
              <a:chOff x="439598" y="-23652"/>
              <a:chExt cx="10060601" cy="5205813"/>
            </a:xfrm>
          </p:grpSpPr>
          <p:sp>
            <p:nvSpPr>
              <p:cNvPr id="97" name="Google Shape;97;p7"/>
              <p:cNvSpPr/>
              <p:nvPr/>
            </p:nvSpPr>
            <p:spPr>
              <a:xfrm rot="10800000">
                <a:off x="8430854" y="-23652"/>
                <a:ext cx="2069345" cy="2066251"/>
              </a:xfrm>
              <a:custGeom>
                <a:rect b="b" l="l" r="r" t="t"/>
                <a:pathLst>
                  <a:path extrusionOk="0" h="82518" w="82518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7"/>
              <p:cNvGrpSpPr/>
              <p:nvPr/>
            </p:nvGrpSpPr>
            <p:grpSpPr>
              <a:xfrm>
                <a:off x="439598" y="4411426"/>
                <a:ext cx="727117" cy="770735"/>
                <a:chOff x="5137170" y="1563182"/>
                <a:chExt cx="584358" cy="619462"/>
              </a:xfrm>
            </p:grpSpPr>
            <p:sp>
              <p:nvSpPr>
                <p:cNvPr id="99" name="Google Shape;99;p7"/>
                <p:cNvSpPr/>
                <p:nvPr/>
              </p:nvSpPr>
              <p:spPr>
                <a:xfrm>
                  <a:off x="5137170" y="1563182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6911" y="47811"/>
                      </a:moveTo>
                      <a:cubicBezTo>
                        <a:pt x="96911" y="73631"/>
                        <a:pt x="75956" y="94567"/>
                        <a:pt x="50175" y="94567"/>
                      </a:cubicBezTo>
                      <a:cubicBezTo>
                        <a:pt x="24330" y="94567"/>
                        <a:pt x="3439" y="73631"/>
                        <a:pt x="3439" y="47811"/>
                      </a:cubicBezTo>
                      <a:cubicBezTo>
                        <a:pt x="3439" y="21992"/>
                        <a:pt x="24330" y="1063"/>
                        <a:pt x="50175" y="1063"/>
                      </a:cubicBezTo>
                      <a:cubicBezTo>
                        <a:pt x="75956" y="1063"/>
                        <a:pt x="96911" y="21992"/>
                        <a:pt x="96911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7"/>
                <p:cNvSpPr/>
                <p:nvPr/>
              </p:nvSpPr>
              <p:spPr>
                <a:xfrm>
                  <a:off x="5137170" y="1750191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6911" y="47936"/>
                      </a:moveTo>
                      <a:cubicBezTo>
                        <a:pt x="96911" y="73755"/>
                        <a:pt x="75956" y="94691"/>
                        <a:pt x="50175" y="94691"/>
                      </a:cubicBezTo>
                      <a:cubicBezTo>
                        <a:pt x="24330" y="94691"/>
                        <a:pt x="3439" y="73755"/>
                        <a:pt x="3439" y="47936"/>
                      </a:cubicBezTo>
                      <a:cubicBezTo>
                        <a:pt x="3439" y="22117"/>
                        <a:pt x="24330" y="1187"/>
                        <a:pt x="50175" y="1187"/>
                      </a:cubicBezTo>
                      <a:cubicBezTo>
                        <a:pt x="75956" y="1187"/>
                        <a:pt x="96911" y="22117"/>
                        <a:pt x="96911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5312477" y="1563182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028" y="47811"/>
                      </a:moveTo>
                      <a:cubicBezTo>
                        <a:pt x="97028" y="73631"/>
                        <a:pt x="76137" y="94567"/>
                        <a:pt x="50292" y="94567"/>
                      </a:cubicBezTo>
                      <a:cubicBezTo>
                        <a:pt x="24447" y="94567"/>
                        <a:pt x="3556" y="73631"/>
                        <a:pt x="3556" y="47811"/>
                      </a:cubicBezTo>
                      <a:cubicBezTo>
                        <a:pt x="3556" y="21992"/>
                        <a:pt x="24447" y="1063"/>
                        <a:pt x="50292" y="1063"/>
                      </a:cubicBezTo>
                      <a:cubicBezTo>
                        <a:pt x="76137" y="1063"/>
                        <a:pt x="97028" y="21992"/>
                        <a:pt x="97028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5312477" y="1750191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028" y="47936"/>
                      </a:moveTo>
                      <a:cubicBezTo>
                        <a:pt x="97028" y="73755"/>
                        <a:pt x="76137" y="94691"/>
                        <a:pt x="50292" y="94691"/>
                      </a:cubicBezTo>
                      <a:cubicBezTo>
                        <a:pt x="24447" y="94691"/>
                        <a:pt x="3556" y="73755"/>
                        <a:pt x="3556" y="47936"/>
                      </a:cubicBezTo>
                      <a:cubicBezTo>
                        <a:pt x="3556" y="22117"/>
                        <a:pt x="24447" y="1187"/>
                        <a:pt x="50292" y="1187"/>
                      </a:cubicBezTo>
                      <a:cubicBezTo>
                        <a:pt x="76137" y="1187"/>
                        <a:pt x="97028" y="22117"/>
                        <a:pt x="97028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7"/>
                <p:cNvSpPr/>
                <p:nvPr/>
              </p:nvSpPr>
              <p:spPr>
                <a:xfrm>
                  <a:off x="5476117" y="1563182"/>
                  <a:ext cx="70104" cy="7012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>
                  <a:off x="5476117" y="1750191"/>
                  <a:ext cx="70104" cy="7012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>
                  <a:off x="5651425" y="1563182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7"/>
                <p:cNvSpPr/>
                <p:nvPr/>
              </p:nvSpPr>
              <p:spPr>
                <a:xfrm>
                  <a:off x="5651425" y="1750191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5137170" y="1925509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6911" y="48059"/>
                      </a:moveTo>
                      <a:cubicBezTo>
                        <a:pt x="96911" y="73878"/>
                        <a:pt x="75956" y="94807"/>
                        <a:pt x="50175" y="94807"/>
                      </a:cubicBezTo>
                      <a:cubicBezTo>
                        <a:pt x="24330" y="94807"/>
                        <a:pt x="3439" y="73878"/>
                        <a:pt x="3439" y="48059"/>
                      </a:cubicBezTo>
                      <a:cubicBezTo>
                        <a:pt x="3439" y="22240"/>
                        <a:pt x="24330" y="1304"/>
                        <a:pt x="50175" y="1304"/>
                      </a:cubicBezTo>
                      <a:cubicBezTo>
                        <a:pt x="75956" y="1304"/>
                        <a:pt x="96911" y="22240"/>
                        <a:pt x="96911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5137170" y="2112518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6911" y="48183"/>
                      </a:moveTo>
                      <a:cubicBezTo>
                        <a:pt x="96911" y="74002"/>
                        <a:pt x="75956" y="94932"/>
                        <a:pt x="50175" y="94932"/>
                      </a:cubicBezTo>
                      <a:cubicBezTo>
                        <a:pt x="24330" y="94932"/>
                        <a:pt x="3439" y="74002"/>
                        <a:pt x="3439" y="48183"/>
                      </a:cubicBezTo>
                      <a:cubicBezTo>
                        <a:pt x="3439" y="22364"/>
                        <a:pt x="24330" y="1428"/>
                        <a:pt x="50175" y="1428"/>
                      </a:cubicBezTo>
                      <a:cubicBezTo>
                        <a:pt x="75956" y="1428"/>
                        <a:pt x="96911" y="22364"/>
                        <a:pt x="96911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5312477" y="1925509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028" y="48059"/>
                      </a:moveTo>
                      <a:cubicBezTo>
                        <a:pt x="97028" y="73878"/>
                        <a:pt x="76137" y="94807"/>
                        <a:pt x="50292" y="94807"/>
                      </a:cubicBezTo>
                      <a:cubicBezTo>
                        <a:pt x="24447" y="94807"/>
                        <a:pt x="3556" y="73878"/>
                        <a:pt x="3556" y="48059"/>
                      </a:cubicBezTo>
                      <a:cubicBezTo>
                        <a:pt x="3556" y="22240"/>
                        <a:pt x="24447" y="1304"/>
                        <a:pt x="50292" y="1304"/>
                      </a:cubicBezTo>
                      <a:cubicBezTo>
                        <a:pt x="76137" y="1304"/>
                        <a:pt x="97028" y="22240"/>
                        <a:pt x="97028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>
                  <a:off x="5312477" y="2112518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028" y="48183"/>
                      </a:moveTo>
                      <a:cubicBezTo>
                        <a:pt x="97028" y="74002"/>
                        <a:pt x="76137" y="94932"/>
                        <a:pt x="50292" y="94932"/>
                      </a:cubicBezTo>
                      <a:cubicBezTo>
                        <a:pt x="24447" y="94932"/>
                        <a:pt x="3556" y="74002"/>
                        <a:pt x="3556" y="48183"/>
                      </a:cubicBezTo>
                      <a:cubicBezTo>
                        <a:pt x="3556" y="22364"/>
                        <a:pt x="24447" y="1428"/>
                        <a:pt x="50292" y="1428"/>
                      </a:cubicBezTo>
                      <a:cubicBezTo>
                        <a:pt x="76137" y="1428"/>
                        <a:pt x="97028" y="22364"/>
                        <a:pt x="97028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5476117" y="1925509"/>
                  <a:ext cx="70104" cy="7012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5476117" y="2112518"/>
                  <a:ext cx="70104" cy="7012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5651425" y="1925509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5651425" y="2112518"/>
                  <a:ext cx="70103" cy="7012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" name="Google Shape;115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2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" name="Google Shape;116;p7"/>
          <p:cNvSpPr txBox="1"/>
          <p:nvPr>
            <p:ph idx="1" type="subTitle"/>
          </p:nvPr>
        </p:nvSpPr>
        <p:spPr>
          <a:xfrm>
            <a:off x="713225" y="1721600"/>
            <a:ext cx="4125600" cy="21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158063" y="1646175"/>
            <a:ext cx="4827900" cy="18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60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829650" y="2360850"/>
            <a:ext cx="5484900" cy="109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68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9"/>
          <p:cNvSpPr txBox="1"/>
          <p:nvPr>
            <p:ph idx="1" type="subTitle"/>
          </p:nvPr>
        </p:nvSpPr>
        <p:spPr>
          <a:xfrm>
            <a:off x="1829736" y="3478775"/>
            <a:ext cx="5484900" cy="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22" name="Google Shape;122;p9"/>
          <p:cNvGrpSpPr/>
          <p:nvPr/>
        </p:nvGrpSpPr>
        <p:grpSpPr>
          <a:xfrm>
            <a:off x="219773" y="155417"/>
            <a:ext cx="8704036" cy="4882799"/>
            <a:chOff x="219773" y="155417"/>
            <a:chExt cx="8704036" cy="4882799"/>
          </a:xfrm>
        </p:grpSpPr>
        <p:sp>
          <p:nvSpPr>
            <p:cNvPr id="123" name="Google Shape;123;p9"/>
            <p:cNvSpPr/>
            <p:nvPr/>
          </p:nvSpPr>
          <p:spPr>
            <a:xfrm>
              <a:off x="219773" y="4105750"/>
              <a:ext cx="322380" cy="32238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860452" y="4390212"/>
              <a:ext cx="648004" cy="648004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9"/>
            <p:cNvGrpSpPr/>
            <p:nvPr/>
          </p:nvGrpSpPr>
          <p:grpSpPr>
            <a:xfrm>
              <a:off x="7675170" y="155417"/>
              <a:ext cx="1248639" cy="1070179"/>
              <a:chOff x="7822623" y="155427"/>
              <a:chExt cx="1101481" cy="944053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22623" y="224901"/>
                <a:ext cx="158271" cy="158271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9"/>
              <p:cNvGrpSpPr/>
              <p:nvPr/>
            </p:nvGrpSpPr>
            <p:grpSpPr>
              <a:xfrm>
                <a:off x="8290363" y="155427"/>
                <a:ext cx="633741" cy="944053"/>
                <a:chOff x="3824813" y="593365"/>
                <a:chExt cx="633741" cy="944053"/>
              </a:xfrm>
            </p:grpSpPr>
            <p:sp>
              <p:nvSpPr>
                <p:cNvPr id="128" name="Google Shape;128;p9"/>
                <p:cNvSpPr/>
                <p:nvPr/>
              </p:nvSpPr>
              <p:spPr>
                <a:xfrm>
                  <a:off x="4230877" y="593365"/>
                  <a:ext cx="227677" cy="227677"/>
                </a:xfrm>
                <a:custGeom>
                  <a:rect b="b" l="l" r="r" t="t"/>
                  <a:pathLst>
                    <a:path extrusionOk="0" h="259461" w="259461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9"/>
                <p:cNvSpPr/>
                <p:nvPr/>
              </p:nvSpPr>
              <p:spPr>
                <a:xfrm>
                  <a:off x="3824813" y="1131361"/>
                  <a:ext cx="406056" cy="406056"/>
                </a:xfrm>
                <a:custGeom>
                  <a:rect b="b" l="l" r="r" t="t"/>
                  <a:pathLst>
                    <a:path extrusionOk="0" h="259461" w="259461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0" name="Google Shape;130;p9"/>
          <p:cNvGrpSpPr/>
          <p:nvPr/>
        </p:nvGrpSpPr>
        <p:grpSpPr>
          <a:xfrm>
            <a:off x="-1152398" y="-476038"/>
            <a:ext cx="12770497" cy="8499962"/>
            <a:chOff x="-1152398" y="-476038"/>
            <a:chExt cx="12770497" cy="8499962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6956945" y="3616608"/>
              <a:ext cx="4661154" cy="4407317"/>
              <a:chOff x="6993020" y="3470033"/>
              <a:chExt cx="4661154" cy="4407317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7246857" y="3470033"/>
                <a:ext cx="4407317" cy="4407317"/>
              </a:xfrm>
              <a:custGeom>
                <a:rect b="b" l="l" r="r" t="t"/>
                <a:pathLst>
                  <a:path extrusionOk="0" h="350901" w="350901">
                    <a:moveTo>
                      <a:pt x="350901" y="175451"/>
                    </a:moveTo>
                    <a:cubicBezTo>
                      <a:pt x="350901" y="272349"/>
                      <a:pt x="272349" y="350901"/>
                      <a:pt x="175450" y="350901"/>
                    </a:cubicBezTo>
                    <a:cubicBezTo>
                      <a:pt x="78552" y="350901"/>
                      <a:pt x="0" y="272349"/>
                      <a:pt x="0" y="175451"/>
                    </a:cubicBezTo>
                    <a:cubicBezTo>
                      <a:pt x="0" y="78552"/>
                      <a:pt x="78552" y="0"/>
                      <a:pt x="175450" y="0"/>
                    </a:cubicBezTo>
                    <a:cubicBezTo>
                      <a:pt x="272349" y="0"/>
                      <a:pt x="350901" y="78552"/>
                      <a:pt x="350901" y="1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" name="Google Shape;133;p9"/>
              <p:cNvGrpSpPr/>
              <p:nvPr/>
            </p:nvGrpSpPr>
            <p:grpSpPr>
              <a:xfrm rot="5400000">
                <a:off x="7438330" y="3943139"/>
                <a:ext cx="389469" cy="1280088"/>
                <a:chOff x="72832" y="1247500"/>
                <a:chExt cx="347865" cy="1143344"/>
              </a:xfrm>
            </p:grpSpPr>
            <p:sp>
              <p:nvSpPr>
                <p:cNvPr id="134" name="Google Shape;134;p9"/>
                <p:cNvSpPr/>
                <p:nvPr/>
              </p:nvSpPr>
              <p:spPr>
                <a:xfrm>
                  <a:off x="72832" y="1247500"/>
                  <a:ext cx="99314" cy="9934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72832" y="1512641"/>
                  <a:ext cx="99314" cy="9934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321384" y="1512650"/>
                  <a:ext cx="99313" cy="9934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321384" y="1777791"/>
                  <a:ext cx="99313" cy="9934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2832" y="1761206"/>
                  <a:ext cx="99314" cy="9934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72832" y="2026347"/>
                  <a:ext cx="99314" cy="99347"/>
                </a:xfrm>
                <a:custGeom>
                  <a:rect b="b" l="l" r="r" t="t"/>
                  <a:pathLst>
                    <a:path extrusionOk="0" h="93503" w="93472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321384" y="2026356"/>
                  <a:ext cx="99313" cy="9934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321384" y="2291497"/>
                  <a:ext cx="99313" cy="99347"/>
                </a:xfrm>
                <a:custGeom>
                  <a:rect b="b" l="l" r="r" t="t"/>
                  <a:pathLst>
                    <a:path extrusionOk="0" h="93503" w="93471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2" name="Google Shape;142;p9"/>
            <p:cNvSpPr/>
            <p:nvPr/>
          </p:nvSpPr>
          <p:spPr>
            <a:xfrm>
              <a:off x="-1152398" y="-476038"/>
              <a:ext cx="2265943" cy="2265943"/>
            </a:xfrm>
            <a:custGeom>
              <a:rect b="b" l="l" r="r" t="t"/>
              <a:pathLst>
                <a:path extrusionOk="0" h="350901" w="350901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0"/>
          <p:cNvSpPr txBox="1"/>
          <p:nvPr>
            <p:ph type="title"/>
          </p:nvPr>
        </p:nvSpPr>
        <p:spPr>
          <a:xfrm>
            <a:off x="902850" y="3930500"/>
            <a:ext cx="7338300" cy="6735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hasCustomPrompt="1" type="title"/>
          </p:nvPr>
        </p:nvSpPr>
        <p:spPr>
          <a:xfrm>
            <a:off x="1957750" y="1728450"/>
            <a:ext cx="52284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" name="Google Shape;148;p11"/>
          <p:cNvSpPr txBox="1"/>
          <p:nvPr>
            <p:ph idx="1" type="subTitle"/>
          </p:nvPr>
        </p:nvSpPr>
        <p:spPr>
          <a:xfrm>
            <a:off x="1957750" y="2849850"/>
            <a:ext cx="52284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9" name="Google Shape;149;p11"/>
          <p:cNvGrpSpPr/>
          <p:nvPr/>
        </p:nvGrpSpPr>
        <p:grpSpPr>
          <a:xfrm rot="10800000">
            <a:off x="120759" y="3996294"/>
            <a:ext cx="918699" cy="1070147"/>
            <a:chOff x="5625948" y="2664019"/>
            <a:chExt cx="918699" cy="1070147"/>
          </a:xfrm>
        </p:grpSpPr>
        <p:sp>
          <p:nvSpPr>
            <p:cNvPr id="150" name="Google Shape;150;p11"/>
            <p:cNvSpPr/>
            <p:nvPr/>
          </p:nvSpPr>
          <p:spPr>
            <a:xfrm flipH="1">
              <a:off x="5894547" y="3012066"/>
              <a:ext cx="650100" cy="722100"/>
            </a:xfrm>
            <a:prstGeom prst="mathPl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5625948" y="2664019"/>
              <a:ext cx="313500" cy="348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-721111" y="-974986"/>
            <a:ext cx="11721963" cy="7487260"/>
            <a:chOff x="-721111" y="-974986"/>
            <a:chExt cx="11721963" cy="7487260"/>
          </a:xfrm>
        </p:grpSpPr>
        <p:sp>
          <p:nvSpPr>
            <p:cNvPr id="155" name="Google Shape;155;p13"/>
            <p:cNvSpPr/>
            <p:nvPr/>
          </p:nvSpPr>
          <p:spPr>
            <a:xfrm rot="10800000">
              <a:off x="8347485" y="-974986"/>
              <a:ext cx="2653366" cy="264985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-721111" y="3588349"/>
              <a:ext cx="2259549" cy="2923926"/>
              <a:chOff x="-721111" y="3588349"/>
              <a:chExt cx="2259549" cy="2923926"/>
            </a:xfrm>
          </p:grpSpPr>
          <p:sp>
            <p:nvSpPr>
              <p:cNvPr id="157" name="Google Shape;157;p13"/>
              <p:cNvSpPr/>
              <p:nvPr/>
            </p:nvSpPr>
            <p:spPr>
              <a:xfrm flipH="1">
                <a:off x="-721111" y="4256026"/>
                <a:ext cx="2259549" cy="2256248"/>
              </a:xfrm>
              <a:custGeom>
                <a:rect b="b" l="l" r="r" t="t"/>
                <a:pathLst>
                  <a:path extrusionOk="0" h="82518" w="82518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13"/>
              <p:cNvGrpSpPr/>
              <p:nvPr/>
            </p:nvGrpSpPr>
            <p:grpSpPr>
              <a:xfrm rot="-5400000">
                <a:off x="-77895" y="3901001"/>
                <a:ext cx="945222" cy="319917"/>
                <a:chOff x="1608712" y="575096"/>
                <a:chExt cx="670466" cy="226924"/>
              </a:xfrm>
            </p:grpSpPr>
            <p:sp>
              <p:nvSpPr>
                <p:cNvPr id="159" name="Google Shape;159;p13"/>
                <p:cNvSpPr/>
                <p:nvPr/>
              </p:nvSpPr>
              <p:spPr>
                <a:xfrm>
                  <a:off x="1763432" y="575096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609" y="41608"/>
                      </a:moveTo>
                      <a:cubicBezTo>
                        <a:pt x="83609" y="64398"/>
                        <a:pt x="65136" y="82871"/>
                        <a:pt x="42353" y="82871"/>
                      </a:cubicBezTo>
                      <a:cubicBezTo>
                        <a:pt x="19556" y="82871"/>
                        <a:pt x="1090" y="64398"/>
                        <a:pt x="1090" y="41608"/>
                      </a:cubicBezTo>
                      <a:cubicBezTo>
                        <a:pt x="1090" y="18824"/>
                        <a:pt x="19556" y="352"/>
                        <a:pt x="42353" y="352"/>
                      </a:cubicBezTo>
                      <a:cubicBezTo>
                        <a:pt x="65136" y="352"/>
                        <a:pt x="83609" y="18824"/>
                        <a:pt x="83609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3"/>
                <p:cNvSpPr/>
                <p:nvPr/>
              </p:nvSpPr>
              <p:spPr>
                <a:xfrm>
                  <a:off x="1608712" y="740131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609" y="41724"/>
                      </a:moveTo>
                      <a:cubicBezTo>
                        <a:pt x="83609" y="64514"/>
                        <a:pt x="65136" y="82980"/>
                        <a:pt x="42353" y="82980"/>
                      </a:cubicBezTo>
                      <a:cubicBezTo>
                        <a:pt x="19556" y="82980"/>
                        <a:pt x="1090" y="64514"/>
                        <a:pt x="1090" y="41724"/>
                      </a:cubicBezTo>
                      <a:cubicBezTo>
                        <a:pt x="1090" y="18934"/>
                        <a:pt x="19556" y="462"/>
                        <a:pt x="42353" y="462"/>
                      </a:cubicBezTo>
                      <a:cubicBezTo>
                        <a:pt x="65136" y="462"/>
                        <a:pt x="83609" y="18934"/>
                        <a:pt x="83609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1918157" y="575096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711" y="41608"/>
                      </a:moveTo>
                      <a:cubicBezTo>
                        <a:pt x="83711" y="64398"/>
                        <a:pt x="65233" y="82871"/>
                        <a:pt x="42449" y="82871"/>
                      </a:cubicBezTo>
                      <a:cubicBezTo>
                        <a:pt x="19665" y="82871"/>
                        <a:pt x="1193" y="64398"/>
                        <a:pt x="1193" y="41608"/>
                      </a:cubicBezTo>
                      <a:cubicBezTo>
                        <a:pt x="1193" y="18824"/>
                        <a:pt x="19665" y="352"/>
                        <a:pt x="42449" y="352"/>
                      </a:cubicBezTo>
                      <a:cubicBezTo>
                        <a:pt x="65233" y="352"/>
                        <a:pt x="83711" y="18824"/>
                        <a:pt x="83711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1763436" y="740131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711" y="41724"/>
                      </a:moveTo>
                      <a:cubicBezTo>
                        <a:pt x="83711" y="64514"/>
                        <a:pt x="65233" y="82980"/>
                        <a:pt x="42449" y="82980"/>
                      </a:cubicBezTo>
                      <a:cubicBezTo>
                        <a:pt x="19665" y="82980"/>
                        <a:pt x="1193" y="64514"/>
                        <a:pt x="1193" y="41724"/>
                      </a:cubicBezTo>
                      <a:cubicBezTo>
                        <a:pt x="1193" y="18934"/>
                        <a:pt x="19665" y="462"/>
                        <a:pt x="42449" y="462"/>
                      </a:cubicBezTo>
                      <a:cubicBezTo>
                        <a:pt x="65233" y="462"/>
                        <a:pt x="83711" y="18934"/>
                        <a:pt x="83711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2062560" y="575096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807" y="41608"/>
                      </a:moveTo>
                      <a:cubicBezTo>
                        <a:pt x="83807" y="64398"/>
                        <a:pt x="65342" y="82871"/>
                        <a:pt x="42551" y="82871"/>
                      </a:cubicBezTo>
                      <a:cubicBezTo>
                        <a:pt x="19761" y="82871"/>
                        <a:pt x="1289" y="64398"/>
                        <a:pt x="1289" y="41608"/>
                      </a:cubicBezTo>
                      <a:cubicBezTo>
                        <a:pt x="1289" y="18824"/>
                        <a:pt x="19761" y="352"/>
                        <a:pt x="42551" y="352"/>
                      </a:cubicBezTo>
                      <a:cubicBezTo>
                        <a:pt x="65342" y="352"/>
                        <a:pt x="83807" y="18824"/>
                        <a:pt x="8380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1907840" y="740131"/>
                  <a:ext cx="61888" cy="61889"/>
                </a:xfrm>
                <a:custGeom>
                  <a:rect b="b" l="l" r="r" t="t"/>
                  <a:pathLst>
                    <a:path extrusionOk="0" h="82518" w="82518">
                      <a:moveTo>
                        <a:pt x="83807" y="41724"/>
                      </a:moveTo>
                      <a:cubicBezTo>
                        <a:pt x="83807" y="64514"/>
                        <a:pt x="65342" y="82980"/>
                        <a:pt x="42551" y="82980"/>
                      </a:cubicBezTo>
                      <a:cubicBezTo>
                        <a:pt x="19761" y="82980"/>
                        <a:pt x="1289" y="64514"/>
                        <a:pt x="1289" y="41724"/>
                      </a:cubicBezTo>
                      <a:cubicBezTo>
                        <a:pt x="1289" y="18934"/>
                        <a:pt x="19761" y="462"/>
                        <a:pt x="42551" y="462"/>
                      </a:cubicBezTo>
                      <a:cubicBezTo>
                        <a:pt x="65342" y="462"/>
                        <a:pt x="83807" y="18934"/>
                        <a:pt x="8380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2217284" y="575096"/>
                  <a:ext cx="61893" cy="61889"/>
                </a:xfrm>
                <a:custGeom>
                  <a:rect b="b" l="l" r="r" t="t"/>
                  <a:pathLst>
                    <a:path extrusionOk="0" h="82518" w="82524">
                      <a:moveTo>
                        <a:pt x="83917" y="41608"/>
                      </a:moveTo>
                      <a:cubicBezTo>
                        <a:pt x="83917" y="64398"/>
                        <a:pt x="65438" y="82871"/>
                        <a:pt x="42654" y="82871"/>
                      </a:cubicBezTo>
                      <a:cubicBezTo>
                        <a:pt x="19870" y="82871"/>
                        <a:pt x="1392" y="64398"/>
                        <a:pt x="1392" y="41608"/>
                      </a:cubicBezTo>
                      <a:cubicBezTo>
                        <a:pt x="1392" y="18824"/>
                        <a:pt x="19870" y="352"/>
                        <a:pt x="42654" y="352"/>
                      </a:cubicBezTo>
                      <a:cubicBezTo>
                        <a:pt x="65438" y="352"/>
                        <a:pt x="83917" y="18824"/>
                        <a:pt x="8391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2062564" y="740131"/>
                  <a:ext cx="61893" cy="61889"/>
                </a:xfrm>
                <a:custGeom>
                  <a:rect b="b" l="l" r="r" t="t"/>
                  <a:pathLst>
                    <a:path extrusionOk="0" h="82518" w="82524">
                      <a:moveTo>
                        <a:pt x="83917" y="41724"/>
                      </a:moveTo>
                      <a:cubicBezTo>
                        <a:pt x="83917" y="64514"/>
                        <a:pt x="65438" y="82980"/>
                        <a:pt x="42654" y="82980"/>
                      </a:cubicBezTo>
                      <a:cubicBezTo>
                        <a:pt x="19870" y="82980"/>
                        <a:pt x="1392" y="64514"/>
                        <a:pt x="1392" y="41724"/>
                      </a:cubicBezTo>
                      <a:cubicBezTo>
                        <a:pt x="1392" y="18934"/>
                        <a:pt x="19870" y="462"/>
                        <a:pt x="42654" y="462"/>
                      </a:cubicBezTo>
                      <a:cubicBezTo>
                        <a:pt x="65438" y="462"/>
                        <a:pt x="83917" y="18934"/>
                        <a:pt x="8391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7" name="Google Shape;167;p13"/>
          <p:cNvSpPr txBox="1"/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2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hasCustomPrompt="1" idx="2" type="title"/>
          </p:nvPr>
        </p:nvSpPr>
        <p:spPr>
          <a:xfrm>
            <a:off x="720000" y="1790975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3" type="title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4" type="title"/>
          </p:nvPr>
        </p:nvSpPr>
        <p:spPr>
          <a:xfrm>
            <a:off x="720000" y="2618423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5" type="title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6" type="title"/>
          </p:nvPr>
        </p:nvSpPr>
        <p:spPr>
          <a:xfrm>
            <a:off x="720000" y="3445950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7" type="title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idx="1" type="subTitle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8" type="subTitle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9" type="subTitle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idx="13" type="subTitle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14" type="subTitle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15" type="subTitle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0" name="Google Shape;180;p13"/>
          <p:cNvGrpSpPr/>
          <p:nvPr/>
        </p:nvGrpSpPr>
        <p:grpSpPr>
          <a:xfrm rot="-5400000">
            <a:off x="-77895" y="3901001"/>
            <a:ext cx="945222" cy="319917"/>
            <a:chOff x="1608712" y="575096"/>
            <a:chExt cx="670466" cy="226924"/>
          </a:xfrm>
        </p:grpSpPr>
        <p:sp>
          <p:nvSpPr>
            <p:cNvPr id="181" name="Google Shape;181;p13"/>
            <p:cNvSpPr/>
            <p:nvPr/>
          </p:nvSpPr>
          <p:spPr>
            <a:xfrm>
              <a:off x="1763432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608712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918157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63436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062560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907840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217284" y="575096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062564" y="740131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7575228" y="179552"/>
            <a:ext cx="1140297" cy="999196"/>
            <a:chOff x="7575228" y="179552"/>
            <a:chExt cx="1140297" cy="999196"/>
          </a:xfrm>
        </p:grpSpPr>
        <p:grpSp>
          <p:nvGrpSpPr>
            <p:cNvPr id="190" name="Google Shape;190;p13"/>
            <p:cNvGrpSpPr/>
            <p:nvPr/>
          </p:nvGrpSpPr>
          <p:grpSpPr>
            <a:xfrm>
              <a:off x="8116148" y="275809"/>
              <a:ext cx="599377" cy="902940"/>
              <a:chOff x="7959998" y="275809"/>
              <a:chExt cx="599377" cy="902940"/>
            </a:xfrm>
          </p:grpSpPr>
          <p:sp>
            <p:nvSpPr>
              <p:cNvPr id="191" name="Google Shape;191;p13"/>
              <p:cNvSpPr/>
              <p:nvPr/>
            </p:nvSpPr>
            <p:spPr>
              <a:xfrm rot="10800000">
                <a:off x="8325211" y="944585"/>
                <a:ext cx="234164" cy="234164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rot="10800000">
                <a:off x="7959998" y="275809"/>
                <a:ext cx="365191" cy="365191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3"/>
            <p:cNvSpPr/>
            <p:nvPr/>
          </p:nvSpPr>
          <p:spPr>
            <a:xfrm rot="10800000">
              <a:off x="7575228" y="179552"/>
              <a:ext cx="156974" cy="156974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3627775" y="3172500"/>
            <a:ext cx="4803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6" name="Google Shape;196;p14"/>
          <p:cNvSpPr txBox="1"/>
          <p:nvPr>
            <p:ph idx="1" type="subTitle"/>
          </p:nvPr>
        </p:nvSpPr>
        <p:spPr>
          <a:xfrm>
            <a:off x="3627700" y="1309200"/>
            <a:ext cx="48030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7" name="Google Shape;197;p14"/>
          <p:cNvSpPr/>
          <p:nvPr/>
        </p:nvSpPr>
        <p:spPr>
          <a:xfrm rot="10800000">
            <a:off x="-1356121" y="-493627"/>
            <a:ext cx="2069345" cy="2066251"/>
          </a:xfrm>
          <a:custGeom>
            <a:rect b="b" l="l" r="r" t="t"/>
            <a:pathLst>
              <a:path extrusionOk="0" h="82518" w="82518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14"/>
          <p:cNvGrpSpPr/>
          <p:nvPr/>
        </p:nvGrpSpPr>
        <p:grpSpPr>
          <a:xfrm>
            <a:off x="8375425" y="-39736"/>
            <a:ext cx="549539" cy="1238562"/>
            <a:chOff x="8375425" y="-39736"/>
            <a:chExt cx="549539" cy="1238562"/>
          </a:xfrm>
        </p:grpSpPr>
        <p:sp>
          <p:nvSpPr>
            <p:cNvPr id="199" name="Google Shape;199;p14"/>
            <p:cNvSpPr/>
            <p:nvPr/>
          </p:nvSpPr>
          <p:spPr>
            <a:xfrm flipH="1" rot="10800000">
              <a:off x="8375425" y="-39736"/>
              <a:ext cx="463787" cy="463787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 flipH="1" rot="10800000">
              <a:off x="8667449" y="941311"/>
              <a:ext cx="257515" cy="257515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720000" y="1093600"/>
            <a:ext cx="37035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" type="subTitle"/>
          </p:nvPr>
        </p:nvSpPr>
        <p:spPr>
          <a:xfrm>
            <a:off x="720000" y="3047550"/>
            <a:ext cx="37035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15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5" name="Google Shape;205;p15"/>
          <p:cNvGrpSpPr/>
          <p:nvPr/>
        </p:nvGrpSpPr>
        <p:grpSpPr>
          <a:xfrm>
            <a:off x="23157" y="3778945"/>
            <a:ext cx="1016303" cy="1287803"/>
            <a:chOff x="5625948" y="2664019"/>
            <a:chExt cx="1016303" cy="1287803"/>
          </a:xfrm>
        </p:grpSpPr>
        <p:sp>
          <p:nvSpPr>
            <p:cNvPr id="206" name="Google Shape;206;p15"/>
            <p:cNvSpPr/>
            <p:nvPr/>
          </p:nvSpPr>
          <p:spPr>
            <a:xfrm flipH="1">
              <a:off x="5894547" y="3012066"/>
              <a:ext cx="650100" cy="722100"/>
            </a:xfrm>
            <a:prstGeom prst="mathPl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 flipH="1">
              <a:off x="5625948" y="2664019"/>
              <a:ext cx="313500" cy="348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 flipH="1">
              <a:off x="6424750" y="3710322"/>
              <a:ext cx="217500" cy="2415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720000" y="1471650"/>
            <a:ext cx="31500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16"/>
          <p:cNvSpPr txBox="1"/>
          <p:nvPr>
            <p:ph idx="1" type="subTitle"/>
          </p:nvPr>
        </p:nvSpPr>
        <p:spPr>
          <a:xfrm>
            <a:off x="720000" y="2627175"/>
            <a:ext cx="31500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6"/>
          <p:cNvSpPr/>
          <p:nvPr/>
        </p:nvSpPr>
        <p:spPr>
          <a:xfrm>
            <a:off x="-309700" y="-3062875"/>
            <a:ext cx="3975824" cy="3975824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16"/>
          <p:cNvGrpSpPr/>
          <p:nvPr/>
        </p:nvGrpSpPr>
        <p:grpSpPr>
          <a:xfrm rot="-5400000">
            <a:off x="8280756" y="433169"/>
            <a:ext cx="952222" cy="319917"/>
            <a:chOff x="1608712" y="575096"/>
            <a:chExt cx="675431" cy="226924"/>
          </a:xfrm>
        </p:grpSpPr>
        <p:sp>
          <p:nvSpPr>
            <p:cNvPr id="214" name="Google Shape;214;p16"/>
            <p:cNvSpPr/>
            <p:nvPr/>
          </p:nvSpPr>
          <p:spPr>
            <a:xfrm>
              <a:off x="1608712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1768398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763436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1923122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1907840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067525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062564" y="575096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222250" y="740131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4837200" y="1868825"/>
            <a:ext cx="3593400" cy="6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" name="Google Shape;224;p17"/>
          <p:cNvSpPr txBox="1"/>
          <p:nvPr>
            <p:ph idx="1" type="subTitle"/>
          </p:nvPr>
        </p:nvSpPr>
        <p:spPr>
          <a:xfrm>
            <a:off x="4837225" y="2562000"/>
            <a:ext cx="35934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5" name="Google Shape;225;p17"/>
          <p:cNvSpPr/>
          <p:nvPr/>
        </p:nvSpPr>
        <p:spPr>
          <a:xfrm>
            <a:off x="4259237" y="4075275"/>
            <a:ext cx="5028079" cy="5028079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7"/>
          <p:cNvGrpSpPr/>
          <p:nvPr/>
        </p:nvGrpSpPr>
        <p:grpSpPr>
          <a:xfrm rot="-5400000">
            <a:off x="-216193" y="4658240"/>
            <a:ext cx="1069597" cy="465414"/>
            <a:chOff x="1984132" y="3826752"/>
            <a:chExt cx="1069597" cy="465414"/>
          </a:xfrm>
        </p:grpSpPr>
        <p:sp>
          <p:nvSpPr>
            <p:cNvPr id="227" name="Google Shape;227;p17"/>
            <p:cNvSpPr/>
            <p:nvPr/>
          </p:nvSpPr>
          <p:spPr>
            <a:xfrm>
              <a:off x="1984132" y="4192938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2226717" y="4192938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2469302" y="4192938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2711887" y="4192938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1984132" y="4017381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2226717" y="4017381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2469302" y="4017381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2711887" y="4017381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1984132" y="3826752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2226717" y="3826752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2469302" y="3826752"/>
              <a:ext cx="99228" cy="99228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2711887" y="3826752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2954494" y="4192938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2954494" y="4017381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2954494" y="3826752"/>
              <a:ext cx="99235" cy="99228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7"/>
          <p:cNvGrpSpPr/>
          <p:nvPr/>
        </p:nvGrpSpPr>
        <p:grpSpPr>
          <a:xfrm>
            <a:off x="8090751" y="206667"/>
            <a:ext cx="908404" cy="1008532"/>
            <a:chOff x="8090751" y="206667"/>
            <a:chExt cx="908404" cy="1008532"/>
          </a:xfrm>
        </p:grpSpPr>
        <p:sp>
          <p:nvSpPr>
            <p:cNvPr id="243" name="Google Shape;243;p17"/>
            <p:cNvSpPr/>
            <p:nvPr/>
          </p:nvSpPr>
          <p:spPr>
            <a:xfrm>
              <a:off x="8755927" y="206667"/>
              <a:ext cx="243227" cy="243227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8466980" y="781409"/>
              <a:ext cx="433790" cy="43379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8090751" y="359804"/>
              <a:ext cx="147244" cy="147244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5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8" name="Google Shape;248;p18"/>
          <p:cNvSpPr txBox="1"/>
          <p:nvPr>
            <p:ph idx="1" type="subTitle"/>
          </p:nvPr>
        </p:nvSpPr>
        <p:spPr>
          <a:xfrm>
            <a:off x="1694675" y="3315500"/>
            <a:ext cx="67293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18"/>
          <p:cNvSpPr txBox="1"/>
          <p:nvPr>
            <p:ph idx="2" type="subTitle"/>
          </p:nvPr>
        </p:nvSpPr>
        <p:spPr>
          <a:xfrm>
            <a:off x="1694700" y="1875100"/>
            <a:ext cx="67293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18"/>
          <p:cNvSpPr txBox="1"/>
          <p:nvPr>
            <p:ph idx="3" type="subTitle"/>
          </p:nvPr>
        </p:nvSpPr>
        <p:spPr>
          <a:xfrm>
            <a:off x="1694675" y="1470250"/>
            <a:ext cx="67293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8"/>
          <p:cNvSpPr txBox="1"/>
          <p:nvPr>
            <p:ph idx="4" type="subTitle"/>
          </p:nvPr>
        </p:nvSpPr>
        <p:spPr>
          <a:xfrm>
            <a:off x="1694700" y="2910500"/>
            <a:ext cx="67293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52" name="Google Shape;252;p18"/>
          <p:cNvGrpSpPr/>
          <p:nvPr/>
        </p:nvGrpSpPr>
        <p:grpSpPr>
          <a:xfrm>
            <a:off x="-48339" y="-1329437"/>
            <a:ext cx="2101435" cy="2100160"/>
            <a:chOff x="-48339" y="-1329437"/>
            <a:chExt cx="2101435" cy="2100160"/>
          </a:xfrm>
        </p:grpSpPr>
        <p:sp>
          <p:nvSpPr>
            <p:cNvPr id="253" name="Google Shape;253;p18"/>
            <p:cNvSpPr/>
            <p:nvPr/>
          </p:nvSpPr>
          <p:spPr>
            <a:xfrm rot="10800000">
              <a:off x="199742" y="-1329437"/>
              <a:ext cx="1853354" cy="1850672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" name="Google Shape;254;p18"/>
            <p:cNvGrpSpPr/>
            <p:nvPr/>
          </p:nvGrpSpPr>
          <p:grpSpPr>
            <a:xfrm>
              <a:off x="-48339" y="-12"/>
              <a:ext cx="727117" cy="770735"/>
              <a:chOff x="5137170" y="1563182"/>
              <a:chExt cx="584358" cy="619462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5137170" y="1563182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5137170" y="1750191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5312477" y="1563182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5312477" y="1750191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5476117" y="1563182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5476117" y="1750191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5651425" y="1563182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5651425" y="1750191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5137170" y="1925509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5137170" y="2112518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5312477" y="1925509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5312477" y="2112518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5476117" y="1925509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5476117" y="2112518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5651425" y="1925509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5651425" y="2112518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" name="Google Shape;271;p18"/>
          <p:cNvGrpSpPr/>
          <p:nvPr/>
        </p:nvGrpSpPr>
        <p:grpSpPr>
          <a:xfrm>
            <a:off x="8065839" y="153788"/>
            <a:ext cx="926337" cy="1363460"/>
            <a:chOff x="8065839" y="153788"/>
            <a:chExt cx="926337" cy="1363460"/>
          </a:xfrm>
        </p:grpSpPr>
        <p:sp>
          <p:nvSpPr>
            <p:cNvPr id="272" name="Google Shape;272;p18"/>
            <p:cNvSpPr/>
            <p:nvPr/>
          </p:nvSpPr>
          <p:spPr>
            <a:xfrm>
              <a:off x="8664287" y="1257139"/>
              <a:ext cx="260110" cy="26011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8065839" y="153788"/>
              <a:ext cx="162812" cy="16281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8596497" y="187525"/>
              <a:ext cx="395678" cy="395678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type="title"/>
          </p:nvPr>
        </p:nvSpPr>
        <p:spPr>
          <a:xfrm>
            <a:off x="720000" y="445025"/>
            <a:ext cx="77040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2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7" name="Google Shape;277;p19"/>
          <p:cNvSpPr txBox="1"/>
          <p:nvPr>
            <p:ph idx="1" type="subTitle"/>
          </p:nvPr>
        </p:nvSpPr>
        <p:spPr>
          <a:xfrm>
            <a:off x="4868130" y="1776100"/>
            <a:ext cx="3555900" cy="1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2" type="subTitle"/>
          </p:nvPr>
        </p:nvSpPr>
        <p:spPr>
          <a:xfrm>
            <a:off x="720000" y="1776100"/>
            <a:ext cx="3555900" cy="1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79" name="Google Shape;279;p19"/>
          <p:cNvGrpSpPr/>
          <p:nvPr/>
        </p:nvGrpSpPr>
        <p:grpSpPr>
          <a:xfrm>
            <a:off x="7712724" y="3789478"/>
            <a:ext cx="1310241" cy="1301541"/>
            <a:chOff x="7712724" y="3789478"/>
            <a:chExt cx="1310241" cy="1301541"/>
          </a:xfrm>
        </p:grpSpPr>
        <p:sp>
          <p:nvSpPr>
            <p:cNvPr id="280" name="Google Shape;280;p19"/>
            <p:cNvSpPr/>
            <p:nvPr/>
          </p:nvSpPr>
          <p:spPr>
            <a:xfrm>
              <a:off x="8845882" y="3789478"/>
              <a:ext cx="177082" cy="17708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8272916" y="4771233"/>
              <a:ext cx="319786" cy="319786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7712724" y="4534273"/>
              <a:ext cx="139460" cy="13946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8457627" y="4300100"/>
              <a:ext cx="234164" cy="234164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8864699" y="4701298"/>
              <a:ext cx="139460" cy="13946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0"/>
          <p:cNvGrpSpPr/>
          <p:nvPr/>
        </p:nvGrpSpPr>
        <p:grpSpPr>
          <a:xfrm>
            <a:off x="-2671597" y="-1489200"/>
            <a:ext cx="12010366" cy="10908626"/>
            <a:chOff x="34428" y="-1489200"/>
            <a:chExt cx="12010366" cy="10908626"/>
          </a:xfrm>
        </p:grpSpPr>
        <p:sp>
          <p:nvSpPr>
            <p:cNvPr id="287" name="Google Shape;287;p20"/>
            <p:cNvSpPr/>
            <p:nvPr/>
          </p:nvSpPr>
          <p:spPr>
            <a:xfrm>
              <a:off x="10013200" y="-1489200"/>
              <a:ext cx="2031593" cy="2028705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 rot="10800000">
              <a:off x="34428" y="4161998"/>
              <a:ext cx="5265061" cy="5257428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20"/>
            <p:cNvGrpSpPr/>
            <p:nvPr/>
          </p:nvGrpSpPr>
          <p:grpSpPr>
            <a:xfrm>
              <a:off x="10985386" y="154126"/>
              <a:ext cx="727117" cy="770735"/>
              <a:chOff x="11597168" y="-2013303"/>
              <a:chExt cx="584358" cy="619462"/>
            </a:xfrm>
          </p:grpSpPr>
          <p:sp>
            <p:nvSpPr>
              <p:cNvPr id="290" name="Google Shape;290;p20"/>
              <p:cNvSpPr/>
              <p:nvPr/>
            </p:nvSpPr>
            <p:spPr>
              <a:xfrm>
                <a:off x="11597168" y="-2013303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0"/>
              <p:cNvSpPr/>
              <p:nvPr/>
            </p:nvSpPr>
            <p:spPr>
              <a:xfrm>
                <a:off x="11597168" y="-1826294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11772475" y="-2013303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>
                <a:off x="11772475" y="-1826294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>
                <a:off x="11936114" y="-2013303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11936114" y="-1826294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>
                <a:off x="12111422" y="-2013303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0"/>
              <p:cNvSpPr/>
              <p:nvPr/>
            </p:nvSpPr>
            <p:spPr>
              <a:xfrm>
                <a:off x="12111422" y="-1826294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20"/>
              <p:cNvSpPr/>
              <p:nvPr/>
            </p:nvSpPr>
            <p:spPr>
              <a:xfrm>
                <a:off x="11597168" y="-1650976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11597168" y="-1463967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11772475" y="-1650976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0"/>
              <p:cNvSpPr/>
              <p:nvPr/>
            </p:nvSpPr>
            <p:spPr>
              <a:xfrm>
                <a:off x="11772475" y="-1463967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0"/>
              <p:cNvSpPr/>
              <p:nvPr/>
            </p:nvSpPr>
            <p:spPr>
              <a:xfrm>
                <a:off x="11936114" y="-1650976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11936114" y="-1463967"/>
                <a:ext cx="70104" cy="70127"/>
              </a:xfrm>
              <a:custGeom>
                <a:rect b="b" l="l" r="r" t="t"/>
                <a:pathLst>
                  <a:path extrusionOk="0" h="93503" w="93472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20"/>
              <p:cNvSpPr/>
              <p:nvPr/>
            </p:nvSpPr>
            <p:spPr>
              <a:xfrm>
                <a:off x="12111422" y="-1650976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>
                <a:off x="12111422" y="-1463967"/>
                <a:ext cx="70103" cy="70127"/>
              </a:xfrm>
              <a:custGeom>
                <a:rect b="b" l="l" r="r" t="t"/>
                <a:pathLst>
                  <a:path extrusionOk="0" h="93503" w="93471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20"/>
          <p:cNvSpPr txBox="1"/>
          <p:nvPr>
            <p:ph idx="1" type="subTitle"/>
          </p:nvPr>
        </p:nvSpPr>
        <p:spPr>
          <a:xfrm>
            <a:off x="720000" y="2424525"/>
            <a:ext cx="24438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20"/>
          <p:cNvSpPr txBox="1"/>
          <p:nvPr>
            <p:ph idx="2" type="subTitle"/>
          </p:nvPr>
        </p:nvSpPr>
        <p:spPr>
          <a:xfrm>
            <a:off x="3388050" y="2424525"/>
            <a:ext cx="23679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3" type="subTitle"/>
          </p:nvPr>
        </p:nvSpPr>
        <p:spPr>
          <a:xfrm>
            <a:off x="6056100" y="2424525"/>
            <a:ext cx="2367900" cy="13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4" type="subTitle"/>
          </p:nvPr>
        </p:nvSpPr>
        <p:spPr>
          <a:xfrm>
            <a:off x="720000" y="1905100"/>
            <a:ext cx="2443800" cy="4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1" name="Google Shape;311;p20"/>
          <p:cNvSpPr txBox="1"/>
          <p:nvPr>
            <p:ph idx="5" type="subTitle"/>
          </p:nvPr>
        </p:nvSpPr>
        <p:spPr>
          <a:xfrm>
            <a:off x="3388050" y="1905000"/>
            <a:ext cx="2367900" cy="4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2" name="Google Shape;312;p20"/>
          <p:cNvSpPr txBox="1"/>
          <p:nvPr>
            <p:ph idx="6" type="subTitle"/>
          </p:nvPr>
        </p:nvSpPr>
        <p:spPr>
          <a:xfrm>
            <a:off x="6056100" y="1905000"/>
            <a:ext cx="2367900" cy="4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13" name="Google Shape;313;p20"/>
          <p:cNvGrpSpPr/>
          <p:nvPr/>
        </p:nvGrpSpPr>
        <p:grpSpPr>
          <a:xfrm>
            <a:off x="62872" y="64352"/>
            <a:ext cx="6580168" cy="4734562"/>
            <a:chOff x="62872" y="64352"/>
            <a:chExt cx="6580168" cy="4734562"/>
          </a:xfrm>
        </p:grpSpPr>
        <p:grpSp>
          <p:nvGrpSpPr>
            <p:cNvPr id="314" name="Google Shape;314;p20"/>
            <p:cNvGrpSpPr/>
            <p:nvPr/>
          </p:nvGrpSpPr>
          <p:grpSpPr>
            <a:xfrm>
              <a:off x="62872" y="64352"/>
              <a:ext cx="596373" cy="1263643"/>
              <a:chOff x="62872" y="64352"/>
              <a:chExt cx="596373" cy="1263643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62872" y="424887"/>
                <a:ext cx="395678" cy="395678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413949" y="1082805"/>
                <a:ext cx="245191" cy="245191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514596" y="64352"/>
                <a:ext cx="144650" cy="144650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20"/>
            <p:cNvSpPr/>
            <p:nvPr/>
          </p:nvSpPr>
          <p:spPr>
            <a:xfrm>
              <a:off x="6253200" y="4409074"/>
              <a:ext cx="389840" cy="38984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1904023" y="4508974"/>
              <a:ext cx="190055" cy="190055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1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322" name="Google Shape;322;p21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4" name="Google Shape;324;p21"/>
            <p:cNvGrpSpPr/>
            <p:nvPr/>
          </p:nvGrpSpPr>
          <p:grpSpPr>
            <a:xfrm rot="5400000">
              <a:off x="-155782" y="4167691"/>
              <a:ext cx="945222" cy="319917"/>
              <a:chOff x="1608712" y="575096"/>
              <a:chExt cx="670466" cy="226924"/>
            </a:xfrm>
          </p:grpSpPr>
          <p:sp>
            <p:nvSpPr>
              <p:cNvPr id="325" name="Google Shape;325;p21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3" name="Google Shape;33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4" name="Google Shape;334;p21"/>
          <p:cNvSpPr txBox="1"/>
          <p:nvPr>
            <p:ph idx="1" type="subTitle"/>
          </p:nvPr>
        </p:nvSpPr>
        <p:spPr>
          <a:xfrm>
            <a:off x="1018625" y="1748900"/>
            <a:ext cx="3126900" cy="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" name="Google Shape;335;p21"/>
          <p:cNvSpPr txBox="1"/>
          <p:nvPr>
            <p:ph idx="2" type="subTitle"/>
          </p:nvPr>
        </p:nvSpPr>
        <p:spPr>
          <a:xfrm>
            <a:off x="5160775" y="1748900"/>
            <a:ext cx="3339300" cy="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6" name="Google Shape;336;p21"/>
          <p:cNvSpPr txBox="1"/>
          <p:nvPr>
            <p:ph idx="3" type="subTitle"/>
          </p:nvPr>
        </p:nvSpPr>
        <p:spPr>
          <a:xfrm>
            <a:off x="1018625" y="3409475"/>
            <a:ext cx="31269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7" name="Google Shape;337;p21"/>
          <p:cNvSpPr txBox="1"/>
          <p:nvPr>
            <p:ph idx="4" type="subTitle"/>
          </p:nvPr>
        </p:nvSpPr>
        <p:spPr>
          <a:xfrm>
            <a:off x="5160775" y="3409475"/>
            <a:ext cx="33393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21"/>
          <p:cNvSpPr txBox="1"/>
          <p:nvPr>
            <p:ph idx="5" type="subTitle"/>
          </p:nvPr>
        </p:nvSpPr>
        <p:spPr>
          <a:xfrm>
            <a:off x="1018625" y="1379350"/>
            <a:ext cx="31269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9" name="Google Shape;339;p21"/>
          <p:cNvSpPr txBox="1"/>
          <p:nvPr>
            <p:ph idx="6" type="subTitle"/>
          </p:nvPr>
        </p:nvSpPr>
        <p:spPr>
          <a:xfrm>
            <a:off x="1018625" y="3040000"/>
            <a:ext cx="31269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0" name="Google Shape;340;p21"/>
          <p:cNvSpPr txBox="1"/>
          <p:nvPr>
            <p:ph idx="7" type="subTitle"/>
          </p:nvPr>
        </p:nvSpPr>
        <p:spPr>
          <a:xfrm>
            <a:off x="5160775" y="1379350"/>
            <a:ext cx="3339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1" name="Google Shape;341;p21"/>
          <p:cNvSpPr txBox="1"/>
          <p:nvPr>
            <p:ph idx="8" type="subTitle"/>
          </p:nvPr>
        </p:nvSpPr>
        <p:spPr>
          <a:xfrm>
            <a:off x="5160775" y="3040000"/>
            <a:ext cx="3339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42" name="Google Shape;342;p21"/>
          <p:cNvGrpSpPr/>
          <p:nvPr/>
        </p:nvGrpSpPr>
        <p:grpSpPr>
          <a:xfrm>
            <a:off x="62872" y="64352"/>
            <a:ext cx="8875878" cy="4734562"/>
            <a:chOff x="62872" y="64352"/>
            <a:chExt cx="8875878" cy="4734562"/>
          </a:xfrm>
        </p:grpSpPr>
        <p:grpSp>
          <p:nvGrpSpPr>
            <p:cNvPr id="343" name="Google Shape;343;p21"/>
            <p:cNvGrpSpPr/>
            <p:nvPr/>
          </p:nvGrpSpPr>
          <p:grpSpPr>
            <a:xfrm>
              <a:off x="7956296" y="80825"/>
              <a:ext cx="982455" cy="1261762"/>
              <a:chOff x="7956296" y="80825"/>
              <a:chExt cx="982455" cy="1261762"/>
            </a:xfrm>
          </p:grpSpPr>
          <p:sp>
            <p:nvSpPr>
              <p:cNvPr id="344" name="Google Shape;344;p21"/>
              <p:cNvSpPr/>
              <p:nvPr/>
            </p:nvSpPr>
            <p:spPr>
              <a:xfrm flipH="1" rot="10800000">
                <a:off x="8543072" y="946908"/>
                <a:ext cx="395678" cy="395678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 flipH="1" rot="10800000">
                <a:off x="7956296" y="80825"/>
                <a:ext cx="230920" cy="230920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 flipH="1" rot="10800000">
                <a:off x="8543086" y="345496"/>
                <a:ext cx="144650" cy="144650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21"/>
            <p:cNvGrpSpPr/>
            <p:nvPr/>
          </p:nvGrpSpPr>
          <p:grpSpPr>
            <a:xfrm>
              <a:off x="62872" y="64352"/>
              <a:ext cx="6580168" cy="4734562"/>
              <a:chOff x="62872" y="64352"/>
              <a:chExt cx="6580168" cy="4734562"/>
            </a:xfrm>
          </p:grpSpPr>
          <p:grpSp>
            <p:nvGrpSpPr>
              <p:cNvPr id="348" name="Google Shape;348;p21"/>
              <p:cNvGrpSpPr/>
              <p:nvPr/>
            </p:nvGrpSpPr>
            <p:grpSpPr>
              <a:xfrm>
                <a:off x="62872" y="64352"/>
                <a:ext cx="596373" cy="1263643"/>
                <a:chOff x="62872" y="64352"/>
                <a:chExt cx="596373" cy="1263643"/>
              </a:xfrm>
            </p:grpSpPr>
            <p:sp>
              <p:nvSpPr>
                <p:cNvPr id="349" name="Google Shape;349;p21"/>
                <p:cNvSpPr/>
                <p:nvPr/>
              </p:nvSpPr>
              <p:spPr>
                <a:xfrm>
                  <a:off x="62872" y="424887"/>
                  <a:ext cx="395678" cy="395678"/>
                </a:xfrm>
                <a:custGeom>
                  <a:rect b="b" l="l" r="r" t="t"/>
                  <a:pathLst>
                    <a:path extrusionOk="0" h="259461" w="259461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21"/>
                <p:cNvSpPr/>
                <p:nvPr/>
              </p:nvSpPr>
              <p:spPr>
                <a:xfrm>
                  <a:off x="413949" y="1082805"/>
                  <a:ext cx="245191" cy="245191"/>
                </a:xfrm>
                <a:custGeom>
                  <a:rect b="b" l="l" r="r" t="t"/>
                  <a:pathLst>
                    <a:path extrusionOk="0" h="259461" w="259461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21"/>
                <p:cNvSpPr/>
                <p:nvPr/>
              </p:nvSpPr>
              <p:spPr>
                <a:xfrm>
                  <a:off x="514596" y="64352"/>
                  <a:ext cx="144650" cy="144650"/>
                </a:xfrm>
                <a:custGeom>
                  <a:rect b="b" l="l" r="r" t="t"/>
                  <a:pathLst>
                    <a:path extrusionOk="0" h="259461" w="259461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" name="Google Shape;352;p21"/>
              <p:cNvSpPr/>
              <p:nvPr/>
            </p:nvSpPr>
            <p:spPr>
              <a:xfrm>
                <a:off x="6253200" y="4409074"/>
                <a:ext cx="389840" cy="389840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1904023" y="4508974"/>
                <a:ext cx="190055" cy="190055"/>
              </a:xfrm>
              <a:custGeom>
                <a:rect b="b" l="l" r="r" t="t"/>
                <a:pathLst>
                  <a:path extrusionOk="0" h="259461" w="259461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22"/>
          <p:cNvSpPr txBox="1"/>
          <p:nvPr>
            <p:ph idx="1" type="subTitle"/>
          </p:nvPr>
        </p:nvSpPr>
        <p:spPr>
          <a:xfrm>
            <a:off x="719988" y="1893150"/>
            <a:ext cx="22530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22"/>
          <p:cNvSpPr txBox="1"/>
          <p:nvPr>
            <p:ph idx="2" type="subTitle"/>
          </p:nvPr>
        </p:nvSpPr>
        <p:spPr>
          <a:xfrm>
            <a:off x="3356309" y="1893150"/>
            <a:ext cx="22530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8" name="Google Shape;358;p22"/>
          <p:cNvSpPr txBox="1"/>
          <p:nvPr>
            <p:ph idx="3" type="subTitle"/>
          </p:nvPr>
        </p:nvSpPr>
        <p:spPr>
          <a:xfrm>
            <a:off x="728875" y="3427400"/>
            <a:ext cx="2253000" cy="10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4" type="subTitle"/>
          </p:nvPr>
        </p:nvSpPr>
        <p:spPr>
          <a:xfrm>
            <a:off x="3365202" y="3427399"/>
            <a:ext cx="22530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0" name="Google Shape;360;p22"/>
          <p:cNvSpPr txBox="1"/>
          <p:nvPr>
            <p:ph idx="5" type="subTitle"/>
          </p:nvPr>
        </p:nvSpPr>
        <p:spPr>
          <a:xfrm>
            <a:off x="5991900" y="1893150"/>
            <a:ext cx="23433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1" name="Google Shape;361;p22"/>
          <p:cNvSpPr txBox="1"/>
          <p:nvPr>
            <p:ph idx="6" type="subTitle"/>
          </p:nvPr>
        </p:nvSpPr>
        <p:spPr>
          <a:xfrm>
            <a:off x="6000786" y="3427399"/>
            <a:ext cx="22530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2" name="Google Shape;362;p22"/>
          <p:cNvSpPr txBox="1"/>
          <p:nvPr>
            <p:ph idx="7" type="subTitle"/>
          </p:nvPr>
        </p:nvSpPr>
        <p:spPr>
          <a:xfrm>
            <a:off x="710400" y="1532200"/>
            <a:ext cx="22626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3" name="Google Shape;363;p22"/>
          <p:cNvSpPr txBox="1"/>
          <p:nvPr>
            <p:ph idx="8" type="subTitle"/>
          </p:nvPr>
        </p:nvSpPr>
        <p:spPr>
          <a:xfrm>
            <a:off x="3346350" y="1532200"/>
            <a:ext cx="22629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4" name="Google Shape;364;p22"/>
          <p:cNvSpPr txBox="1"/>
          <p:nvPr>
            <p:ph idx="9" type="subTitle"/>
          </p:nvPr>
        </p:nvSpPr>
        <p:spPr>
          <a:xfrm>
            <a:off x="6001500" y="1532200"/>
            <a:ext cx="22347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5" name="Google Shape;365;p22"/>
          <p:cNvSpPr txBox="1"/>
          <p:nvPr>
            <p:ph idx="13" type="subTitle"/>
          </p:nvPr>
        </p:nvSpPr>
        <p:spPr>
          <a:xfrm>
            <a:off x="719331" y="3034425"/>
            <a:ext cx="22626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6" name="Google Shape;366;p22"/>
          <p:cNvSpPr txBox="1"/>
          <p:nvPr>
            <p:ph idx="14" type="subTitle"/>
          </p:nvPr>
        </p:nvSpPr>
        <p:spPr>
          <a:xfrm>
            <a:off x="3355282" y="3034477"/>
            <a:ext cx="22629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7" name="Google Shape;367;p22"/>
          <p:cNvSpPr txBox="1"/>
          <p:nvPr>
            <p:ph idx="15" type="subTitle"/>
          </p:nvPr>
        </p:nvSpPr>
        <p:spPr>
          <a:xfrm>
            <a:off x="6010321" y="3034425"/>
            <a:ext cx="2234700" cy="4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68" name="Google Shape;368;p22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369" name="Google Shape;369;p22"/>
            <p:cNvSpPr/>
            <p:nvPr/>
          </p:nvSpPr>
          <p:spPr>
            <a:xfrm flipH="1" rot="10800000">
              <a:off x="398275" y="4717340"/>
              <a:ext cx="380110" cy="38011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 flipH="1" rot="10800000">
              <a:off x="1007975" y="4570623"/>
              <a:ext cx="229623" cy="229623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 flipH="1" rot="10800000">
              <a:off x="75773" y="4611605"/>
              <a:ext cx="147893" cy="147893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 flipH="1" rot="10800000">
              <a:off x="8666250" y="2548865"/>
              <a:ext cx="380110" cy="38011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 flipH="1" rot="10800000">
              <a:off x="8570775" y="802442"/>
              <a:ext cx="201082" cy="20108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22"/>
          <p:cNvGrpSpPr/>
          <p:nvPr/>
        </p:nvGrpSpPr>
        <p:grpSpPr>
          <a:xfrm>
            <a:off x="-182396" y="-1526752"/>
            <a:ext cx="9513069" cy="8791627"/>
            <a:chOff x="-182396" y="-1526752"/>
            <a:chExt cx="9513069" cy="8791627"/>
          </a:xfrm>
        </p:grpSpPr>
        <p:sp>
          <p:nvSpPr>
            <p:cNvPr id="375" name="Google Shape;375;p22"/>
            <p:cNvSpPr/>
            <p:nvPr/>
          </p:nvSpPr>
          <p:spPr>
            <a:xfrm rot="10800000">
              <a:off x="-182396" y="-1526752"/>
              <a:ext cx="2069345" cy="2066251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 rot="10800000">
              <a:off x="6702476" y="4640597"/>
              <a:ext cx="2628198" cy="262427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" name="Google Shape;377;p22"/>
            <p:cNvGrpSpPr/>
            <p:nvPr/>
          </p:nvGrpSpPr>
          <p:grpSpPr>
            <a:xfrm>
              <a:off x="1186718" y="35391"/>
              <a:ext cx="945222" cy="319917"/>
              <a:chOff x="1608712" y="575096"/>
              <a:chExt cx="670466" cy="226924"/>
            </a:xfrm>
          </p:grpSpPr>
          <p:sp>
            <p:nvSpPr>
              <p:cNvPr id="378" name="Google Shape;378;p22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2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2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2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2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rect b="b" l="l" r="r" t="t"/>
                <a:pathLst>
                  <a:path extrusionOk="0" h="82518" w="82518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2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2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rect b="b" l="l" r="r" t="t"/>
                <a:pathLst>
                  <a:path extrusionOk="0" h="82518" w="82524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hasCustomPrompt="1" type="title"/>
          </p:nvPr>
        </p:nvSpPr>
        <p:spPr>
          <a:xfrm>
            <a:off x="4014975" y="618400"/>
            <a:ext cx="4415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3"/>
          <p:cNvSpPr txBox="1"/>
          <p:nvPr>
            <p:ph idx="1" type="subTitle"/>
          </p:nvPr>
        </p:nvSpPr>
        <p:spPr>
          <a:xfrm>
            <a:off x="4014975" y="1354367"/>
            <a:ext cx="44157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89" name="Google Shape;389;p23"/>
          <p:cNvSpPr txBox="1"/>
          <p:nvPr>
            <p:ph hasCustomPrompt="1" idx="2" type="title"/>
          </p:nvPr>
        </p:nvSpPr>
        <p:spPr>
          <a:xfrm>
            <a:off x="4014975" y="1970661"/>
            <a:ext cx="4415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0" name="Google Shape;390;p23"/>
          <p:cNvSpPr txBox="1"/>
          <p:nvPr>
            <p:ph idx="3" type="subTitle"/>
          </p:nvPr>
        </p:nvSpPr>
        <p:spPr>
          <a:xfrm>
            <a:off x="4014975" y="2706633"/>
            <a:ext cx="44157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91" name="Google Shape;391;p23"/>
          <p:cNvSpPr txBox="1"/>
          <p:nvPr>
            <p:ph hasCustomPrompt="1" idx="4" type="title"/>
          </p:nvPr>
        </p:nvSpPr>
        <p:spPr>
          <a:xfrm>
            <a:off x="4014975" y="3322923"/>
            <a:ext cx="4415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2" name="Google Shape;392;p23"/>
          <p:cNvSpPr txBox="1"/>
          <p:nvPr>
            <p:ph idx="5" type="subTitle"/>
          </p:nvPr>
        </p:nvSpPr>
        <p:spPr>
          <a:xfrm>
            <a:off x="4014975" y="4058900"/>
            <a:ext cx="44157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93" name="Google Shape;393;p23"/>
          <p:cNvSpPr/>
          <p:nvPr/>
        </p:nvSpPr>
        <p:spPr>
          <a:xfrm flipH="1">
            <a:off x="8365439" y="4256026"/>
            <a:ext cx="2259549" cy="2256248"/>
          </a:xfrm>
          <a:custGeom>
            <a:rect b="b" l="l" r="r" t="t"/>
            <a:pathLst>
              <a:path extrusionOk="0" h="82518" w="82518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23"/>
          <p:cNvGrpSpPr/>
          <p:nvPr/>
        </p:nvGrpSpPr>
        <p:grpSpPr>
          <a:xfrm>
            <a:off x="8569435" y="3844125"/>
            <a:ext cx="347864" cy="1143344"/>
            <a:chOff x="110510" y="3460575"/>
            <a:chExt cx="347864" cy="1143344"/>
          </a:xfrm>
        </p:grpSpPr>
        <p:sp>
          <p:nvSpPr>
            <p:cNvPr id="395" name="Google Shape;395;p23"/>
            <p:cNvSpPr/>
            <p:nvPr/>
          </p:nvSpPr>
          <p:spPr>
            <a:xfrm flipH="1">
              <a:off x="359060" y="3725725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3"/>
            <p:cNvSpPr/>
            <p:nvPr/>
          </p:nvSpPr>
          <p:spPr>
            <a:xfrm flipH="1">
              <a:off x="359060" y="3990866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 flipH="1">
              <a:off x="110510" y="3460575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3"/>
            <p:cNvSpPr/>
            <p:nvPr/>
          </p:nvSpPr>
          <p:spPr>
            <a:xfrm flipH="1">
              <a:off x="110510" y="3725716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3"/>
            <p:cNvSpPr/>
            <p:nvPr/>
          </p:nvSpPr>
          <p:spPr>
            <a:xfrm flipH="1">
              <a:off x="359060" y="4239431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3"/>
            <p:cNvSpPr/>
            <p:nvPr/>
          </p:nvSpPr>
          <p:spPr>
            <a:xfrm flipH="1">
              <a:off x="359060" y="4504572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3"/>
            <p:cNvSpPr/>
            <p:nvPr/>
          </p:nvSpPr>
          <p:spPr>
            <a:xfrm flipH="1">
              <a:off x="110510" y="3974281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3"/>
            <p:cNvSpPr/>
            <p:nvPr/>
          </p:nvSpPr>
          <p:spPr>
            <a:xfrm flipH="1">
              <a:off x="110510" y="4239422"/>
              <a:ext cx="99313" cy="99347"/>
            </a:xfrm>
            <a:custGeom>
              <a:rect b="b" l="l" r="r" t="t"/>
              <a:pathLst>
                <a:path extrusionOk="0" h="93503" w="93471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23"/>
          <p:cNvGrpSpPr/>
          <p:nvPr/>
        </p:nvGrpSpPr>
        <p:grpSpPr>
          <a:xfrm>
            <a:off x="8246098" y="155427"/>
            <a:ext cx="779231" cy="944053"/>
            <a:chOff x="8246098" y="155427"/>
            <a:chExt cx="779231" cy="944053"/>
          </a:xfrm>
        </p:grpSpPr>
        <p:sp>
          <p:nvSpPr>
            <p:cNvPr id="404" name="Google Shape;404;p23"/>
            <p:cNvSpPr/>
            <p:nvPr/>
          </p:nvSpPr>
          <p:spPr>
            <a:xfrm>
              <a:off x="8246098" y="260426"/>
              <a:ext cx="158271" cy="158271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8797652" y="155427"/>
              <a:ext cx="227677" cy="227677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8500263" y="693424"/>
              <a:ext cx="406056" cy="406056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>
            <p:ph type="title"/>
          </p:nvPr>
        </p:nvSpPr>
        <p:spPr>
          <a:xfrm>
            <a:off x="2347938" y="8385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24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2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1" name="Google Shape;411;p24"/>
          <p:cNvGrpSpPr/>
          <p:nvPr/>
        </p:nvGrpSpPr>
        <p:grpSpPr>
          <a:xfrm>
            <a:off x="-839725" y="-2017850"/>
            <a:ext cx="9805156" cy="9783573"/>
            <a:chOff x="-839725" y="-2017850"/>
            <a:chExt cx="9805156" cy="9783573"/>
          </a:xfrm>
        </p:grpSpPr>
        <p:sp>
          <p:nvSpPr>
            <p:cNvPr id="412" name="Google Shape;412;p24"/>
            <p:cNvSpPr/>
            <p:nvPr/>
          </p:nvSpPr>
          <p:spPr>
            <a:xfrm>
              <a:off x="-839725" y="4215799"/>
              <a:ext cx="3555082" cy="3549924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6419750" y="-2017850"/>
              <a:ext cx="2545680" cy="254196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4"/>
          <p:cNvGrpSpPr/>
          <p:nvPr/>
        </p:nvGrpSpPr>
        <p:grpSpPr>
          <a:xfrm rot="-5400000">
            <a:off x="164425" y="3959094"/>
            <a:ext cx="799442" cy="490349"/>
            <a:chOff x="277106" y="4125861"/>
            <a:chExt cx="940410" cy="576813"/>
          </a:xfrm>
        </p:grpSpPr>
        <p:sp>
          <p:nvSpPr>
            <p:cNvPr id="415" name="Google Shape;415;p24"/>
            <p:cNvSpPr/>
            <p:nvPr/>
          </p:nvSpPr>
          <p:spPr>
            <a:xfrm>
              <a:off x="27710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49038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703666" y="46154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916946" y="46154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27710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49038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703666" y="444781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916946" y="44478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27710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49038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703666" y="42934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916946" y="42934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27710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49038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703666" y="4125861"/>
              <a:ext cx="87263" cy="87263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916946" y="41258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1130246" y="46154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1130246" y="444781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1130246" y="42934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1130246" y="4125861"/>
              <a:ext cx="87269" cy="87263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5"/>
          <p:cNvGrpSpPr/>
          <p:nvPr/>
        </p:nvGrpSpPr>
        <p:grpSpPr>
          <a:xfrm>
            <a:off x="-851750" y="-2017850"/>
            <a:ext cx="10709381" cy="10265848"/>
            <a:chOff x="-851750" y="-2017850"/>
            <a:chExt cx="10709381" cy="10265848"/>
          </a:xfrm>
        </p:grpSpPr>
        <p:sp>
          <p:nvSpPr>
            <p:cNvPr id="437" name="Google Shape;437;p25"/>
            <p:cNvSpPr/>
            <p:nvPr/>
          </p:nvSpPr>
          <p:spPr>
            <a:xfrm>
              <a:off x="-851750" y="4698074"/>
              <a:ext cx="3555082" cy="3549924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311950" y="-2017850"/>
              <a:ext cx="2545680" cy="254196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440" name="Google Shape;440;p25"/>
            <p:cNvSpPr/>
            <p:nvPr/>
          </p:nvSpPr>
          <p:spPr>
            <a:xfrm flipH="1" rot="10800000">
              <a:off x="398275" y="4717340"/>
              <a:ext cx="380110" cy="38011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 flipH="1" rot="10800000">
              <a:off x="1007975" y="4570623"/>
              <a:ext cx="229623" cy="229623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 flipH="1" rot="10800000">
              <a:off x="75773" y="4611605"/>
              <a:ext cx="147893" cy="147893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flipH="1" rot="10800000">
              <a:off x="8666250" y="2548865"/>
              <a:ext cx="380110" cy="380110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flipH="1" rot="10800000">
              <a:off x="8570775" y="802442"/>
              <a:ext cx="201082" cy="201082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6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447" name="Google Shape;447;p26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6"/>
          <p:cNvGrpSpPr/>
          <p:nvPr/>
        </p:nvGrpSpPr>
        <p:grpSpPr>
          <a:xfrm>
            <a:off x="237106" y="4676144"/>
            <a:ext cx="952222" cy="319917"/>
            <a:chOff x="1608712" y="575096"/>
            <a:chExt cx="675431" cy="226924"/>
          </a:xfrm>
        </p:grpSpPr>
        <p:sp>
          <p:nvSpPr>
            <p:cNvPr id="450" name="Google Shape;450;p26"/>
            <p:cNvSpPr/>
            <p:nvPr/>
          </p:nvSpPr>
          <p:spPr>
            <a:xfrm>
              <a:off x="1608712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768398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763436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923122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907840" y="575096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067525" y="740131"/>
              <a:ext cx="61888" cy="61889"/>
            </a:xfrm>
            <a:custGeom>
              <a:rect b="b" l="l" r="r" t="t"/>
              <a:pathLst>
                <a:path extrusionOk="0" h="82518" w="82518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062564" y="575096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222250" y="740131"/>
              <a:ext cx="61893" cy="61889"/>
            </a:xfrm>
            <a:custGeom>
              <a:rect b="b" l="l" r="r" t="t"/>
              <a:pathLst>
                <a:path extrusionOk="0" h="82518" w="82524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6"/>
          <p:cNvGrpSpPr/>
          <p:nvPr/>
        </p:nvGrpSpPr>
        <p:grpSpPr>
          <a:xfrm rot="10800000">
            <a:off x="7751381" y="-395531"/>
            <a:ext cx="1334718" cy="1598162"/>
            <a:chOff x="6666988" y="1882059"/>
            <a:chExt cx="1334718" cy="1598162"/>
          </a:xfrm>
        </p:grpSpPr>
        <p:sp>
          <p:nvSpPr>
            <p:cNvPr id="459" name="Google Shape;459;p26"/>
            <p:cNvSpPr/>
            <p:nvPr/>
          </p:nvSpPr>
          <p:spPr>
            <a:xfrm flipH="1">
              <a:off x="6666988" y="2402621"/>
              <a:ext cx="969600" cy="1077600"/>
            </a:xfrm>
            <a:prstGeom prst="mathPlus">
              <a:avLst>
                <a:gd fmla="val 23520" name="adj1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 flipH="1">
              <a:off x="7598506" y="2123553"/>
              <a:ext cx="403200" cy="448200"/>
            </a:xfrm>
            <a:prstGeom prst="mathPl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 flipH="1">
              <a:off x="6942750" y="1882059"/>
              <a:ext cx="217500" cy="241500"/>
            </a:xfrm>
            <a:prstGeom prst="mathPl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inkedin.com/in/pablo-guzman-sanchez/" TargetMode="External"/><Relationship Id="rId4" Type="http://schemas.openxmlformats.org/officeDocument/2006/relationships/hyperlink" Target="https://www.linkedin.com/in/catalina-orellana-riveros/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hyperlink" Target="https://www.linkedin.com/in/andresanemic/" TargetMode="External"/><Relationship Id="rId8" Type="http://schemas.openxmlformats.org/officeDocument/2006/relationships/hyperlink" Target="https://www.linkedin.com/in/danilo-contreras-05597922b/" TargetMode="External"/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6.png"/><Relationship Id="rId12" Type="http://schemas.openxmlformats.org/officeDocument/2006/relationships/image" Target="../media/image10.png"/><Relationship Id="rId15" Type="http://schemas.openxmlformats.org/officeDocument/2006/relationships/image" Target="../media/image3.png"/><Relationship Id="rId14" Type="http://schemas.openxmlformats.org/officeDocument/2006/relationships/image" Target="../media/image12.png"/><Relationship Id="rId17" Type="http://schemas.openxmlformats.org/officeDocument/2006/relationships/image" Target="../media/image4.png"/><Relationship Id="rId1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"/>
          <p:cNvSpPr txBox="1"/>
          <p:nvPr>
            <p:ph idx="1" type="subTitle"/>
          </p:nvPr>
        </p:nvSpPr>
        <p:spPr>
          <a:xfrm>
            <a:off x="714688" y="2881493"/>
            <a:ext cx="43938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Verifiable medical documents. Privacy by design.</a:t>
            </a:r>
            <a:endParaRPr sz="2000"/>
          </a:p>
        </p:txBody>
      </p:sp>
      <p:sp>
        <p:nvSpPr>
          <p:cNvPr id="467" name="Google Shape;467;p27"/>
          <p:cNvSpPr txBox="1"/>
          <p:nvPr>
            <p:ph type="ctrTitle"/>
          </p:nvPr>
        </p:nvSpPr>
        <p:spPr>
          <a:xfrm>
            <a:off x="714700" y="1941549"/>
            <a:ext cx="43938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HealthProof</a:t>
            </a:r>
            <a:endParaRPr sz="2400">
              <a:solidFill>
                <a:schemeClr val="accent4"/>
              </a:solidFill>
            </a:endParaRPr>
          </a:p>
        </p:txBody>
      </p:sp>
      <p:sp>
        <p:nvSpPr>
          <p:cNvPr id="468" name="Google Shape;468;p27"/>
          <p:cNvSpPr/>
          <p:nvPr/>
        </p:nvSpPr>
        <p:spPr>
          <a:xfrm rot="-2700000">
            <a:off x="4988208" y="-3126068"/>
            <a:ext cx="6691636" cy="6691636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 rot="-2700000">
            <a:off x="527325" y="4254765"/>
            <a:ext cx="2228921" cy="2228921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27"/>
          <p:cNvGrpSpPr/>
          <p:nvPr/>
        </p:nvGrpSpPr>
        <p:grpSpPr>
          <a:xfrm>
            <a:off x="276538" y="4265936"/>
            <a:ext cx="537900" cy="519860"/>
            <a:chOff x="276538" y="4265936"/>
            <a:chExt cx="537900" cy="519860"/>
          </a:xfrm>
        </p:grpSpPr>
        <p:sp>
          <p:nvSpPr>
            <p:cNvPr id="471" name="Google Shape;471;p27"/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rect b="b" l="l" r="r" t="t"/>
              <a:pathLst>
                <a:path extrusionOk="0" h="259461" w="259461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3" name="Google Shape;473;p27" title="image - 2026-02-16T172923.386.png"/>
          <p:cNvPicPr preferRelativeResize="0"/>
          <p:nvPr/>
        </p:nvPicPr>
        <p:blipFill rotWithShape="1">
          <a:blip r:embed="rId3">
            <a:alphaModFix/>
          </a:blip>
          <a:srcRect b="15789" l="0" r="0" t="0"/>
          <a:stretch/>
        </p:blipFill>
        <p:spPr>
          <a:xfrm>
            <a:off x="4749250" y="917987"/>
            <a:ext cx="4085550" cy="34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7"/>
          <p:cNvSpPr txBox="1"/>
          <p:nvPr/>
        </p:nvSpPr>
        <p:spPr>
          <a:xfrm>
            <a:off x="276550" y="634754"/>
            <a:ext cx="7901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Avalanche BUILD GAMES EDITION 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 txBox="1"/>
          <p:nvPr>
            <p:ph type="title"/>
          </p:nvPr>
        </p:nvSpPr>
        <p:spPr>
          <a:xfrm>
            <a:off x="720000" y="-605997"/>
            <a:ext cx="37035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Problem</a:t>
            </a:r>
            <a:endParaRPr sz="2600"/>
          </a:p>
        </p:txBody>
      </p:sp>
      <p:sp>
        <p:nvSpPr>
          <p:cNvPr id="480" name="Google Shape;480;p28"/>
          <p:cNvSpPr txBox="1"/>
          <p:nvPr>
            <p:ph idx="1" type="subTitle"/>
          </p:nvPr>
        </p:nvSpPr>
        <p:spPr>
          <a:xfrm>
            <a:off x="720000" y="986382"/>
            <a:ext cx="40758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Digital health operates with fragmented documents 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Exams in PDFs, WhatsApp, or on paper.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There is no standard test of authenticity.</a:t>
            </a:r>
            <a:endParaRPr sz="1400"/>
          </a:p>
        </p:txBody>
      </p:sp>
      <p:sp>
        <p:nvSpPr>
          <p:cNvPr id="481" name="Google Shape;481;p28"/>
          <p:cNvSpPr/>
          <p:nvPr/>
        </p:nvSpPr>
        <p:spPr>
          <a:xfrm rot="10800000">
            <a:off x="-745322" y="-4350446"/>
            <a:ext cx="4601823" cy="4595015"/>
          </a:xfrm>
          <a:custGeom>
            <a:rect b="b" l="l" r="r" t="t"/>
            <a:pathLst>
              <a:path extrusionOk="0" h="82518" w="82518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" name="Google Shape;482;p28"/>
          <p:cNvGrpSpPr/>
          <p:nvPr/>
        </p:nvGrpSpPr>
        <p:grpSpPr>
          <a:xfrm>
            <a:off x="5911104" y="907237"/>
            <a:ext cx="3042235" cy="3478312"/>
            <a:chOff x="-127421" y="3110988"/>
            <a:chExt cx="2716282" cy="3105636"/>
          </a:xfrm>
        </p:grpSpPr>
        <p:sp>
          <p:nvSpPr>
            <p:cNvPr id="483" name="Google Shape;483;p28"/>
            <p:cNvSpPr/>
            <p:nvPr/>
          </p:nvSpPr>
          <p:spPr>
            <a:xfrm rot="10800000">
              <a:off x="-127421" y="4150373"/>
              <a:ext cx="2069345" cy="2066251"/>
            </a:xfrm>
            <a:custGeom>
              <a:rect b="b" l="l" r="r" t="t"/>
              <a:pathLst>
                <a:path extrusionOk="0" h="82518" w="82518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4" name="Google Shape;484;p28"/>
            <p:cNvGrpSpPr/>
            <p:nvPr/>
          </p:nvGrpSpPr>
          <p:grpSpPr>
            <a:xfrm>
              <a:off x="161929" y="3110988"/>
              <a:ext cx="2426932" cy="1779236"/>
              <a:chOff x="1009950" y="2705449"/>
              <a:chExt cx="2130196" cy="1561693"/>
            </a:xfrm>
          </p:grpSpPr>
          <p:sp>
            <p:nvSpPr>
              <p:cNvPr id="485" name="Google Shape;485;p28"/>
              <p:cNvSpPr/>
              <p:nvPr/>
            </p:nvSpPr>
            <p:spPr>
              <a:xfrm>
                <a:off x="1009950" y="2705449"/>
                <a:ext cx="930419" cy="930417"/>
              </a:xfrm>
              <a:custGeom>
                <a:rect b="b" l="l" r="r" t="t"/>
                <a:pathLst>
                  <a:path extrusionOk="0" h="961671" w="961673">
                    <a:moveTo>
                      <a:pt x="870195" y="237"/>
                    </a:moveTo>
                    <a:lnTo>
                      <a:pt x="709137" y="23002"/>
                    </a:lnTo>
                    <a:cubicBezTo>
                      <a:pt x="696116" y="24840"/>
                      <a:pt x="687049" y="36889"/>
                      <a:pt x="688897" y="49910"/>
                    </a:cubicBezTo>
                    <a:cubicBezTo>
                      <a:pt x="690735" y="62931"/>
                      <a:pt x="702784" y="71998"/>
                      <a:pt x="715805" y="70150"/>
                    </a:cubicBezTo>
                    <a:lnTo>
                      <a:pt x="853289" y="50719"/>
                    </a:lnTo>
                    <a:lnTo>
                      <a:pt x="905695" y="421461"/>
                    </a:lnTo>
                    <a:lnTo>
                      <a:pt x="910010" y="452008"/>
                    </a:lnTo>
                    <a:cubicBezTo>
                      <a:pt x="941290" y="673274"/>
                      <a:pt x="786718" y="878737"/>
                      <a:pt x="565453" y="910017"/>
                    </a:cubicBezTo>
                    <a:cubicBezTo>
                      <a:pt x="344187" y="941297"/>
                      <a:pt x="138723" y="786726"/>
                      <a:pt x="107452" y="565460"/>
                    </a:cubicBezTo>
                    <a:lnTo>
                      <a:pt x="102347" y="529370"/>
                    </a:lnTo>
                    <a:lnTo>
                      <a:pt x="50722" y="164181"/>
                    </a:lnTo>
                    <a:lnTo>
                      <a:pt x="193749" y="143960"/>
                    </a:lnTo>
                    <a:cubicBezTo>
                      <a:pt x="206770" y="142121"/>
                      <a:pt x="215837" y="130072"/>
                      <a:pt x="213990" y="117051"/>
                    </a:cubicBezTo>
                    <a:cubicBezTo>
                      <a:pt x="212151" y="104031"/>
                      <a:pt x="200102" y="94963"/>
                      <a:pt x="187081" y="96811"/>
                    </a:cubicBezTo>
                    <a:lnTo>
                      <a:pt x="20480" y="120366"/>
                    </a:lnTo>
                    <a:cubicBezTo>
                      <a:pt x="7459" y="122205"/>
                      <a:pt x="-1609" y="134254"/>
                      <a:pt x="239" y="147274"/>
                    </a:cubicBezTo>
                    <a:lnTo>
                      <a:pt x="55198" y="536037"/>
                    </a:lnTo>
                    <a:lnTo>
                      <a:pt x="60304" y="572128"/>
                    </a:lnTo>
                    <a:cubicBezTo>
                      <a:pt x="95260" y="819396"/>
                      <a:pt x="324861" y="992132"/>
                      <a:pt x="572130" y="957176"/>
                    </a:cubicBezTo>
                    <a:cubicBezTo>
                      <a:pt x="819408" y="922219"/>
                      <a:pt x="992134" y="692619"/>
                      <a:pt x="957178" y="445340"/>
                    </a:cubicBezTo>
                    <a:lnTo>
                      <a:pt x="952863" y="414793"/>
                    </a:lnTo>
                    <a:lnTo>
                      <a:pt x="897123" y="20478"/>
                    </a:lnTo>
                    <a:cubicBezTo>
                      <a:pt x="895265" y="7457"/>
                      <a:pt x="883226" y="-1601"/>
                      <a:pt x="870195" y="23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1537496" y="3586139"/>
                <a:ext cx="534676" cy="617364"/>
              </a:xfrm>
              <a:custGeom>
                <a:rect b="b" l="l" r="r" t="t"/>
                <a:pathLst>
                  <a:path extrusionOk="0" h="638102" w="552637">
                    <a:moveTo>
                      <a:pt x="344204" y="625677"/>
                    </a:moveTo>
                    <a:lnTo>
                      <a:pt x="269042" y="636307"/>
                    </a:lnTo>
                    <a:cubicBezTo>
                      <a:pt x="170268" y="650271"/>
                      <a:pt x="78561" y="581281"/>
                      <a:pt x="64607" y="482516"/>
                    </a:cubicBezTo>
                    <a:lnTo>
                      <a:pt x="237" y="27145"/>
                    </a:lnTo>
                    <a:cubicBezTo>
                      <a:pt x="-1601" y="14124"/>
                      <a:pt x="7457" y="2075"/>
                      <a:pt x="20478" y="237"/>
                    </a:cubicBezTo>
                    <a:cubicBezTo>
                      <a:pt x="33498" y="-1601"/>
                      <a:pt x="45547" y="7457"/>
                      <a:pt x="47386" y="20478"/>
                    </a:cubicBezTo>
                    <a:lnTo>
                      <a:pt x="111756" y="475849"/>
                    </a:lnTo>
                    <a:cubicBezTo>
                      <a:pt x="122043" y="548610"/>
                      <a:pt x="189613" y="599436"/>
                      <a:pt x="262374" y="589149"/>
                    </a:cubicBezTo>
                    <a:lnTo>
                      <a:pt x="337536" y="578519"/>
                    </a:lnTo>
                    <a:cubicBezTo>
                      <a:pt x="443845" y="563488"/>
                      <a:pt x="518111" y="464781"/>
                      <a:pt x="503081" y="358472"/>
                    </a:cubicBezTo>
                    <a:lnTo>
                      <a:pt x="484993" y="230504"/>
                    </a:lnTo>
                    <a:cubicBezTo>
                      <a:pt x="483154" y="217483"/>
                      <a:pt x="492213" y="205434"/>
                      <a:pt x="505233" y="203596"/>
                    </a:cubicBezTo>
                    <a:cubicBezTo>
                      <a:pt x="518254" y="201757"/>
                      <a:pt x="530303" y="210816"/>
                      <a:pt x="532142" y="223836"/>
                    </a:cubicBezTo>
                    <a:lnTo>
                      <a:pt x="550230" y="351805"/>
                    </a:lnTo>
                    <a:cubicBezTo>
                      <a:pt x="568946" y="484117"/>
                      <a:pt x="476516" y="606970"/>
                      <a:pt x="344204" y="6256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1512738" y="3547023"/>
                <a:ext cx="103102" cy="103102"/>
              </a:xfrm>
              <a:custGeom>
                <a:rect b="b" l="l" r="r" t="t"/>
                <a:pathLst>
                  <a:path extrusionOk="0" h="106565" w="106565">
                    <a:moveTo>
                      <a:pt x="106566" y="53283"/>
                    </a:moveTo>
                    <a:cubicBezTo>
                      <a:pt x="106566" y="82710"/>
                      <a:pt x="82710" y="106566"/>
                      <a:pt x="53283" y="106566"/>
                    </a:cubicBezTo>
                    <a:cubicBezTo>
                      <a:pt x="23856" y="106566"/>
                      <a:pt x="0" y="82710"/>
                      <a:pt x="0" y="53283"/>
                    </a:cubicBezTo>
                    <a:cubicBezTo>
                      <a:pt x="0" y="23856"/>
                      <a:pt x="23856" y="0"/>
                      <a:pt x="53283" y="0"/>
                    </a:cubicBezTo>
                    <a:cubicBezTo>
                      <a:pt x="82710" y="0"/>
                      <a:pt x="106566" y="23856"/>
                      <a:pt x="106566" y="532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1627061" y="2723036"/>
                <a:ext cx="97517" cy="56250"/>
              </a:xfrm>
              <a:custGeom>
                <a:rect b="b" l="l" r="r" t="t"/>
                <a:pathLst>
                  <a:path extrusionOk="0" h="58140" w="100793">
                    <a:moveTo>
                      <a:pt x="52197" y="54378"/>
                    </a:moveTo>
                    <a:lnTo>
                      <a:pt x="100793" y="47511"/>
                    </a:lnTo>
                    <a:lnTo>
                      <a:pt x="94078" y="0"/>
                    </a:lnTo>
                    <a:lnTo>
                      <a:pt x="45481" y="6868"/>
                    </a:lnTo>
                    <a:lnTo>
                      <a:pt x="20640" y="10382"/>
                    </a:lnTo>
                    <a:cubicBezTo>
                      <a:pt x="7515" y="12240"/>
                      <a:pt x="-1610" y="24375"/>
                      <a:pt x="238" y="37500"/>
                    </a:cubicBezTo>
                    <a:lnTo>
                      <a:pt x="238" y="37500"/>
                    </a:lnTo>
                    <a:cubicBezTo>
                      <a:pt x="2095" y="50625"/>
                      <a:pt x="14230" y="59750"/>
                      <a:pt x="27355" y="57902"/>
                    </a:cubicBezTo>
                    <a:lnTo>
                      <a:pt x="52197" y="543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1877977" y="3149617"/>
                <a:ext cx="1262169" cy="1117524"/>
              </a:xfrm>
              <a:custGeom>
                <a:rect b="b" l="l" r="r" t="t"/>
                <a:pathLst>
                  <a:path extrusionOk="0" h="1155064" w="1304567">
                    <a:moveTo>
                      <a:pt x="821671" y="1134273"/>
                    </a:moveTo>
                    <a:lnTo>
                      <a:pt x="99353" y="758968"/>
                    </a:lnTo>
                    <a:cubicBezTo>
                      <a:pt x="9046" y="712048"/>
                      <a:pt x="-26130" y="600796"/>
                      <a:pt x="20790" y="510480"/>
                    </a:cubicBezTo>
                    <a:lnTo>
                      <a:pt x="234408" y="99353"/>
                    </a:lnTo>
                    <a:cubicBezTo>
                      <a:pt x="281328" y="9046"/>
                      <a:pt x="392580" y="-26130"/>
                      <a:pt x="482896" y="20790"/>
                    </a:cubicBezTo>
                    <a:lnTo>
                      <a:pt x="1205215" y="396094"/>
                    </a:lnTo>
                    <a:cubicBezTo>
                      <a:pt x="1295521" y="443015"/>
                      <a:pt x="1330697" y="554267"/>
                      <a:pt x="1283777" y="644583"/>
                    </a:cubicBezTo>
                    <a:lnTo>
                      <a:pt x="1070160" y="1055710"/>
                    </a:lnTo>
                    <a:cubicBezTo>
                      <a:pt x="1023230" y="1146026"/>
                      <a:pt x="911978" y="1181193"/>
                      <a:pt x="821671" y="11342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2262695" y="3461969"/>
                <a:ext cx="493154" cy="493154"/>
              </a:xfrm>
              <a:custGeom>
                <a:rect b="b" l="l" r="r" t="t"/>
                <a:pathLst>
                  <a:path extrusionOk="0" h="509720" w="509720">
                    <a:moveTo>
                      <a:pt x="509721" y="254860"/>
                    </a:moveTo>
                    <a:cubicBezTo>
                      <a:pt x="509721" y="395616"/>
                      <a:pt x="395616" y="509721"/>
                      <a:pt x="254860" y="509721"/>
                    </a:cubicBezTo>
                    <a:cubicBezTo>
                      <a:pt x="114105" y="509721"/>
                      <a:pt x="0" y="395616"/>
                      <a:pt x="0" y="254860"/>
                    </a:cubicBezTo>
                    <a:cubicBezTo>
                      <a:pt x="0" y="114105"/>
                      <a:pt x="114105" y="0"/>
                      <a:pt x="254860" y="0"/>
                    </a:cubicBezTo>
                    <a:cubicBezTo>
                      <a:pt x="395616" y="0"/>
                      <a:pt x="509721" y="114105"/>
                      <a:pt x="509721" y="2548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2347753" y="3547026"/>
                <a:ext cx="323121" cy="323121"/>
              </a:xfrm>
              <a:custGeom>
                <a:rect b="b" l="l" r="r" t="t"/>
                <a:pathLst>
                  <a:path extrusionOk="0" h="333975" w="333975">
                    <a:moveTo>
                      <a:pt x="333975" y="194958"/>
                    </a:moveTo>
                    <a:lnTo>
                      <a:pt x="237344" y="144742"/>
                    </a:lnTo>
                    <a:lnTo>
                      <a:pt x="287550" y="48111"/>
                    </a:lnTo>
                    <a:lnTo>
                      <a:pt x="194958" y="0"/>
                    </a:lnTo>
                    <a:lnTo>
                      <a:pt x="144742" y="96631"/>
                    </a:lnTo>
                    <a:lnTo>
                      <a:pt x="48111" y="46425"/>
                    </a:lnTo>
                    <a:lnTo>
                      <a:pt x="0" y="139027"/>
                    </a:lnTo>
                    <a:lnTo>
                      <a:pt x="96631" y="189233"/>
                    </a:lnTo>
                    <a:lnTo>
                      <a:pt x="46425" y="285864"/>
                    </a:lnTo>
                    <a:lnTo>
                      <a:pt x="139027" y="333975"/>
                    </a:lnTo>
                    <a:lnTo>
                      <a:pt x="189233" y="237344"/>
                    </a:lnTo>
                    <a:lnTo>
                      <a:pt x="285864" y="2875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2478903" y="3102581"/>
                <a:ext cx="482558" cy="363577"/>
              </a:xfrm>
              <a:custGeom>
                <a:rect b="b" l="l" r="r" t="t"/>
                <a:pathLst>
                  <a:path extrusionOk="0" h="375790" w="498768">
                    <a:moveTo>
                      <a:pt x="442655" y="375791"/>
                    </a:moveTo>
                    <a:lnTo>
                      <a:pt x="379933" y="343196"/>
                    </a:lnTo>
                    <a:lnTo>
                      <a:pt x="422843" y="260605"/>
                    </a:lnTo>
                    <a:cubicBezTo>
                      <a:pt x="434683" y="237821"/>
                      <a:pt x="425777" y="209646"/>
                      <a:pt x="402993" y="197807"/>
                    </a:cubicBezTo>
                    <a:lnTo>
                      <a:pt x="168431" y="75925"/>
                    </a:lnTo>
                    <a:cubicBezTo>
                      <a:pt x="145637" y="64085"/>
                      <a:pt x="117472" y="72991"/>
                      <a:pt x="105632" y="95775"/>
                    </a:cubicBezTo>
                    <a:lnTo>
                      <a:pt x="62722" y="178366"/>
                    </a:lnTo>
                    <a:lnTo>
                      <a:pt x="0" y="145772"/>
                    </a:lnTo>
                    <a:lnTo>
                      <a:pt x="42910" y="63180"/>
                    </a:lnTo>
                    <a:cubicBezTo>
                      <a:pt x="72723" y="5811"/>
                      <a:pt x="143647" y="-16620"/>
                      <a:pt x="201025" y="13193"/>
                    </a:cubicBezTo>
                    <a:lnTo>
                      <a:pt x="435588" y="135075"/>
                    </a:lnTo>
                    <a:cubicBezTo>
                      <a:pt x="492957" y="164888"/>
                      <a:pt x="515388" y="235812"/>
                      <a:pt x="485575" y="293190"/>
                    </a:cubicBezTo>
                    <a:lnTo>
                      <a:pt x="442655" y="3757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 flipH="1" rot="-962823">
                <a:off x="1160754" y="2791686"/>
                <a:ext cx="97538" cy="56262"/>
              </a:xfrm>
              <a:custGeom>
                <a:rect b="b" l="l" r="r" t="t"/>
                <a:pathLst>
                  <a:path extrusionOk="0" h="58140" w="100793">
                    <a:moveTo>
                      <a:pt x="52197" y="54378"/>
                    </a:moveTo>
                    <a:lnTo>
                      <a:pt x="100793" y="47511"/>
                    </a:lnTo>
                    <a:lnTo>
                      <a:pt x="94078" y="0"/>
                    </a:lnTo>
                    <a:lnTo>
                      <a:pt x="45481" y="6868"/>
                    </a:lnTo>
                    <a:lnTo>
                      <a:pt x="20640" y="10382"/>
                    </a:lnTo>
                    <a:cubicBezTo>
                      <a:pt x="7515" y="12240"/>
                      <a:pt x="-1610" y="24375"/>
                      <a:pt x="238" y="37500"/>
                    </a:cubicBezTo>
                    <a:lnTo>
                      <a:pt x="238" y="37500"/>
                    </a:lnTo>
                    <a:cubicBezTo>
                      <a:pt x="2095" y="50625"/>
                      <a:pt x="14230" y="59750"/>
                      <a:pt x="27355" y="57902"/>
                    </a:cubicBezTo>
                    <a:lnTo>
                      <a:pt x="52197" y="543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8400" lIns="76800" spcFirstLastPara="1" rIns="76800" wrap="square" tIns="38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4" name="Google Shape;494;p28"/>
          <p:cNvSpPr txBox="1"/>
          <p:nvPr>
            <p:ph type="title"/>
          </p:nvPr>
        </p:nvSpPr>
        <p:spPr>
          <a:xfrm>
            <a:off x="720000" y="1520755"/>
            <a:ext cx="37035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Solution</a:t>
            </a:r>
            <a:endParaRPr sz="2600"/>
          </a:p>
        </p:txBody>
      </p:sp>
      <p:sp>
        <p:nvSpPr>
          <p:cNvPr id="495" name="Google Shape;495;p28"/>
          <p:cNvSpPr/>
          <p:nvPr/>
        </p:nvSpPr>
        <p:spPr>
          <a:xfrm>
            <a:off x="0" y="3402429"/>
            <a:ext cx="1212900" cy="16050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p28"/>
          <p:cNvSpPr txBox="1"/>
          <p:nvPr>
            <p:ph idx="1" type="subTitle"/>
          </p:nvPr>
        </p:nvSpPr>
        <p:spPr>
          <a:xfrm>
            <a:off x="720000" y="3122176"/>
            <a:ext cx="40758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Digital sovereignty for patients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 Chile, laws on personal data protection 21.719 and medical record interoperability 21.668 come into effect.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Web3 verification layer for medical documents.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 guarantee trust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502" name="Google Shape;502;p29"/>
          <p:cNvSpPr/>
          <p:nvPr/>
        </p:nvSpPr>
        <p:spPr>
          <a:xfrm>
            <a:off x="1278113" y="3396686"/>
            <a:ext cx="1383000" cy="17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3824887" y="2125375"/>
            <a:ext cx="1383000" cy="1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9"/>
          <p:cNvSpPr/>
          <p:nvPr/>
        </p:nvSpPr>
        <p:spPr>
          <a:xfrm>
            <a:off x="6513788" y="3361675"/>
            <a:ext cx="1383000" cy="17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 flipH="1">
            <a:off x="921563" y="3700505"/>
            <a:ext cx="20961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Issues signed orders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29"/>
          <p:cNvSpPr txBox="1"/>
          <p:nvPr/>
        </p:nvSpPr>
        <p:spPr>
          <a:xfrm flipH="1">
            <a:off x="3458737" y="2417079"/>
            <a:ext cx="21153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owner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Manages permissions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 flipH="1">
            <a:off x="6188138" y="3700511"/>
            <a:ext cx="20343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Uploads exam results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 flipH="1">
            <a:off x="930863" y="2892836"/>
            <a:ext cx="20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Health center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09" name="Google Shape;509;p29"/>
          <p:cNvSpPr txBox="1"/>
          <p:nvPr/>
        </p:nvSpPr>
        <p:spPr>
          <a:xfrm flipH="1">
            <a:off x="3458737" y="1656525"/>
            <a:ext cx="211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Patient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 flipH="1">
            <a:off x="6188138" y="2892825"/>
            <a:ext cx="203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Laboratory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6961650" y="0"/>
            <a:ext cx="2182500" cy="14199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2" name="Google Shape;512;p29" title="image - 2026-02-16T172923.386.png"/>
          <p:cNvPicPr preferRelativeResize="0"/>
          <p:nvPr/>
        </p:nvPicPr>
        <p:blipFill rotWithShape="1">
          <a:blip r:embed="rId3">
            <a:alphaModFix/>
          </a:blip>
          <a:srcRect b="17396" l="0" r="0" t="0"/>
          <a:stretch/>
        </p:blipFill>
        <p:spPr>
          <a:xfrm>
            <a:off x="7547390" y="139475"/>
            <a:ext cx="1549495" cy="127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29"/>
          <p:cNvCxnSpPr>
            <a:stCxn id="509" idx="3"/>
            <a:endCxn id="508" idx="0"/>
          </p:cNvCxnSpPr>
          <p:nvPr/>
        </p:nvCxnSpPr>
        <p:spPr>
          <a:xfrm flipH="1">
            <a:off x="1969537" y="1879725"/>
            <a:ext cx="1489200" cy="101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514" name="Google Shape;514;p29"/>
          <p:cNvCxnSpPr>
            <a:endCxn id="510" idx="0"/>
          </p:cNvCxnSpPr>
          <p:nvPr/>
        </p:nvCxnSpPr>
        <p:spPr>
          <a:xfrm>
            <a:off x="5569988" y="1886925"/>
            <a:ext cx="1635300" cy="1005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15" name="Google Shape;515;p29"/>
          <p:cNvSpPr txBox="1"/>
          <p:nvPr/>
        </p:nvSpPr>
        <p:spPr>
          <a:xfrm>
            <a:off x="930872" y="974875"/>
            <a:ext cx="9144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Business model B2B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30"/>
          <p:cNvGrpSpPr/>
          <p:nvPr/>
        </p:nvGrpSpPr>
        <p:grpSpPr>
          <a:xfrm>
            <a:off x="720216" y="1277958"/>
            <a:ext cx="3326136" cy="3325969"/>
            <a:chOff x="6535625" y="760425"/>
            <a:chExt cx="1665900" cy="1665900"/>
          </a:xfrm>
        </p:grpSpPr>
        <p:sp>
          <p:nvSpPr>
            <p:cNvPr id="521" name="Google Shape;521;p30"/>
            <p:cNvSpPr/>
            <p:nvPr/>
          </p:nvSpPr>
          <p:spPr>
            <a:xfrm>
              <a:off x="6535625" y="760425"/>
              <a:ext cx="1665900" cy="166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6713675" y="1116525"/>
              <a:ext cx="1309800" cy="130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6974306" y="1637925"/>
              <a:ext cx="788400" cy="78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B2B Model</a:t>
            </a:r>
            <a:endParaRPr sz="3000"/>
          </a:p>
        </p:txBody>
      </p:sp>
      <p:sp>
        <p:nvSpPr>
          <p:cNvPr id="525" name="Google Shape;525;p30"/>
          <p:cNvSpPr txBox="1"/>
          <p:nvPr/>
        </p:nvSpPr>
        <p:spPr>
          <a:xfrm>
            <a:off x="4775000" y="1278475"/>
            <a:ext cx="364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USD 1.5–3 billion annually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4775000" y="1634300"/>
            <a:ext cx="3648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Digital health in Latin America (verification infrastructure)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p30"/>
          <p:cNvSpPr txBox="1"/>
          <p:nvPr/>
        </p:nvSpPr>
        <p:spPr>
          <a:xfrm>
            <a:off x="4775000" y="2481825"/>
            <a:ext cx="364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USD 250–600 million annually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4775000" y="2833326"/>
            <a:ext cx="3648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Focus use cases (Chile + Latin America)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4775000" y="3655250"/>
            <a:ext cx="364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USD 3–10 million ARR</a:t>
            </a:r>
            <a:endParaRPr sz="18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4775000" y="4014350"/>
            <a:ext cx="364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1–2% market share for SAM LatAm in 5 years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1" name="Google Shape;531;p30"/>
          <p:cNvCxnSpPr>
            <a:stCxn id="532" idx="0"/>
          </p:cNvCxnSpPr>
          <p:nvPr/>
        </p:nvCxnSpPr>
        <p:spPr>
          <a:xfrm flipH="1" rot="-5400000">
            <a:off x="3461400" y="267400"/>
            <a:ext cx="141900" cy="2298600"/>
          </a:xfrm>
          <a:prstGeom prst="bentConnector4">
            <a:avLst>
              <a:gd fmla="val -167812" name="adj1"/>
              <a:gd fmla="val 42123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3" name="Google Shape;533;p30"/>
          <p:cNvCxnSpPr>
            <a:stCxn id="534" idx="0"/>
          </p:cNvCxnSpPr>
          <p:nvPr/>
        </p:nvCxnSpPr>
        <p:spPr>
          <a:xfrm flipH="1" rot="-5400000">
            <a:off x="3409950" y="2590975"/>
            <a:ext cx="244500" cy="2298300"/>
          </a:xfrm>
          <a:prstGeom prst="bentConnector4">
            <a:avLst>
              <a:gd fmla="val -97393" name="adj1"/>
              <a:gd fmla="val 41811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5" name="Google Shape;535;p30"/>
          <p:cNvCxnSpPr>
            <a:stCxn id="536" idx="0"/>
          </p:cNvCxnSpPr>
          <p:nvPr/>
        </p:nvCxnSpPr>
        <p:spPr>
          <a:xfrm flipH="1" rot="-5400000">
            <a:off x="3466650" y="1398213"/>
            <a:ext cx="131100" cy="2298300"/>
          </a:xfrm>
          <a:prstGeom prst="bentConnector4">
            <a:avLst>
              <a:gd fmla="val -181636" name="adj1"/>
              <a:gd fmla="val 41495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2" name="Google Shape;532;p30"/>
          <p:cNvSpPr txBox="1"/>
          <p:nvPr/>
        </p:nvSpPr>
        <p:spPr>
          <a:xfrm>
            <a:off x="1595850" y="1345750"/>
            <a:ext cx="1574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Raleway Black"/>
                <a:ea typeface="Raleway Black"/>
                <a:cs typeface="Raleway Black"/>
                <a:sym typeface="Raleway Black"/>
              </a:rPr>
              <a:t>TAM</a:t>
            </a:r>
            <a:endParaRPr sz="1800">
              <a:solidFill>
                <a:schemeClr val="accent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1595850" y="2481813"/>
            <a:ext cx="1574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SAM</a:t>
            </a:r>
            <a:endParaRPr sz="18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1595850" y="3617875"/>
            <a:ext cx="1574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Raleway Black"/>
                <a:ea typeface="Raleway Black"/>
                <a:cs typeface="Raleway Black"/>
                <a:sym typeface="Raleway Black"/>
              </a:rPr>
              <a:t>SOM</a:t>
            </a:r>
            <a:endParaRPr sz="1800">
              <a:solidFill>
                <a:schemeClr val="accent6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1"/>
          <p:cNvSpPr txBox="1"/>
          <p:nvPr>
            <p:ph idx="4294967295" type="subTitle"/>
          </p:nvPr>
        </p:nvSpPr>
        <p:spPr>
          <a:xfrm>
            <a:off x="2530341" y="3211891"/>
            <a:ext cx="2063100" cy="3540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82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Pablo Guzmán</a:t>
            </a:r>
            <a:endParaRPr sz="1482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42" name="Google Shape;542;p31"/>
          <p:cNvSpPr txBox="1"/>
          <p:nvPr>
            <p:ph idx="4294967295" type="subTitle"/>
          </p:nvPr>
        </p:nvSpPr>
        <p:spPr>
          <a:xfrm>
            <a:off x="382170" y="3211891"/>
            <a:ext cx="2063100" cy="3540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2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Catalina Orellana</a:t>
            </a:r>
            <a:endParaRPr sz="1482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43" name="Google Shape;543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 sz="3000"/>
          </a:p>
        </p:txBody>
      </p:sp>
      <p:sp>
        <p:nvSpPr>
          <p:cNvPr id="544" name="Google Shape;544;p31"/>
          <p:cNvSpPr txBox="1"/>
          <p:nvPr>
            <p:ph idx="4294967295" type="subTitle"/>
          </p:nvPr>
        </p:nvSpPr>
        <p:spPr>
          <a:xfrm>
            <a:off x="2530341" y="3503135"/>
            <a:ext cx="2063100" cy="4716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2"/>
              <a:t>CTO | </a:t>
            </a:r>
            <a:r>
              <a:rPr lang="en" sz="1152" u="sng">
                <a:solidFill>
                  <a:schemeClr val="hlink"/>
                </a:solidFill>
                <a:hlinkClick r:id="rId3"/>
              </a:rPr>
              <a:t>LinkedIn</a:t>
            </a:r>
            <a:endParaRPr sz="1152"/>
          </a:p>
        </p:txBody>
      </p:sp>
      <p:sp>
        <p:nvSpPr>
          <p:cNvPr id="545" name="Google Shape;545;p31"/>
          <p:cNvSpPr txBox="1"/>
          <p:nvPr>
            <p:ph idx="4294967295" type="subTitle"/>
          </p:nvPr>
        </p:nvSpPr>
        <p:spPr>
          <a:xfrm>
            <a:off x="382170" y="3503135"/>
            <a:ext cx="2063100" cy="4716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2"/>
              <a:t>CEO | </a:t>
            </a:r>
            <a:r>
              <a:rPr lang="en" sz="1152" u="sng">
                <a:solidFill>
                  <a:schemeClr val="hlink"/>
                </a:solidFill>
                <a:hlinkClick r:id="rId4"/>
              </a:rPr>
              <a:t>LinkedIn</a:t>
            </a:r>
            <a:endParaRPr sz="1152"/>
          </a:p>
        </p:txBody>
      </p:sp>
      <p:pic>
        <p:nvPicPr>
          <p:cNvPr id="546" name="Google Shape;546;p31" title="1694291593471-removebg-preview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97" y="1630351"/>
            <a:ext cx="1323975" cy="132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1" title="Gemini_Generated_Image_7pxbi57pxbi57pxb (2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9868" y="1630351"/>
            <a:ext cx="1323976" cy="132397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1"/>
          <p:cNvSpPr txBox="1"/>
          <p:nvPr>
            <p:ph idx="4294967295" type="subTitle"/>
          </p:nvPr>
        </p:nvSpPr>
        <p:spPr>
          <a:xfrm>
            <a:off x="6722066" y="3211891"/>
            <a:ext cx="2063100" cy="3540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82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Andrés Peña</a:t>
            </a:r>
            <a:endParaRPr sz="1482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49" name="Google Shape;549;p31"/>
          <p:cNvSpPr txBox="1"/>
          <p:nvPr>
            <p:ph idx="4294967295" type="subTitle"/>
          </p:nvPr>
        </p:nvSpPr>
        <p:spPr>
          <a:xfrm>
            <a:off x="4573895" y="3211891"/>
            <a:ext cx="2063100" cy="3540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82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Danilo Contreras</a:t>
            </a:r>
            <a:endParaRPr sz="1482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550" name="Google Shape;550;p31"/>
          <p:cNvSpPr txBox="1"/>
          <p:nvPr>
            <p:ph idx="4294967295" type="subTitle"/>
          </p:nvPr>
        </p:nvSpPr>
        <p:spPr>
          <a:xfrm>
            <a:off x="6722066" y="3503135"/>
            <a:ext cx="2063100" cy="4716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2"/>
              <a:t>CMO | </a:t>
            </a:r>
            <a:r>
              <a:rPr lang="en" sz="1152" u="sng">
                <a:solidFill>
                  <a:schemeClr val="hlink"/>
                </a:solidFill>
                <a:hlinkClick r:id="rId7"/>
              </a:rPr>
              <a:t>LinkedIn</a:t>
            </a:r>
            <a:endParaRPr sz="1152"/>
          </a:p>
        </p:txBody>
      </p:sp>
      <p:sp>
        <p:nvSpPr>
          <p:cNvPr id="551" name="Google Shape;551;p31"/>
          <p:cNvSpPr txBox="1"/>
          <p:nvPr>
            <p:ph idx="4294967295" type="subTitle"/>
          </p:nvPr>
        </p:nvSpPr>
        <p:spPr>
          <a:xfrm>
            <a:off x="4573895" y="3503135"/>
            <a:ext cx="2063100" cy="471600"/>
          </a:xfrm>
          <a:prstGeom prst="rect">
            <a:avLst/>
          </a:prstGeom>
        </p:spPr>
        <p:txBody>
          <a:bodyPr anchorCtr="0" anchor="t" bIns="75275" lIns="75275" spcFirstLastPara="1" rIns="75275" wrap="square" tIns="7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2"/>
              <a:t>CPO | </a:t>
            </a:r>
            <a:r>
              <a:rPr lang="en" sz="1152" u="sng">
                <a:solidFill>
                  <a:schemeClr val="hlink"/>
                </a:solidFill>
                <a:hlinkClick r:id="rId8"/>
              </a:rPr>
              <a:t>LinkedIn</a:t>
            </a:r>
            <a:endParaRPr sz="1152"/>
          </a:p>
        </p:txBody>
      </p:sp>
      <p:pic>
        <p:nvPicPr>
          <p:cNvPr id="552" name="Google Shape;552;p31" title="WhatsApp Image 2026-02-16 at 16.59.52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43422" y="1630351"/>
            <a:ext cx="1323975" cy="132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1" title="Gemini_Generated_Image_3lzvlt3lzvlt3lzv (2) (1)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91593" y="1630351"/>
            <a:ext cx="1323974" cy="132397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1"/>
          <p:cNvSpPr/>
          <p:nvPr/>
        </p:nvSpPr>
        <p:spPr>
          <a:xfrm rot="-2700000">
            <a:off x="6378183" y="-4893318"/>
            <a:ext cx="6691636" cy="6691636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31" title="image (14).png"/>
          <p:cNvPicPr preferRelativeResize="0"/>
          <p:nvPr/>
        </p:nvPicPr>
        <p:blipFill rotWithShape="1">
          <a:blip r:embed="rId11">
            <a:alphaModFix amt="40000"/>
          </a:blip>
          <a:srcRect b="0" l="0" r="65078" t="0"/>
          <a:stretch/>
        </p:blipFill>
        <p:spPr>
          <a:xfrm>
            <a:off x="4981426" y="3855606"/>
            <a:ext cx="560852" cy="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 title="Proyecto nuevo (6).png"/>
          <p:cNvPicPr preferRelativeResize="0"/>
          <p:nvPr/>
        </p:nvPicPr>
        <p:blipFill rotWithShape="1">
          <a:blip r:embed="rId12">
            <a:alphaModFix amt="50000"/>
          </a:blip>
          <a:srcRect b="0" l="0" r="0" t="0"/>
          <a:stretch/>
        </p:blipFill>
        <p:spPr>
          <a:xfrm>
            <a:off x="5764036" y="3916156"/>
            <a:ext cx="365327" cy="36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1" title="Proyecto nuevo (4).png"/>
          <p:cNvPicPr preferRelativeResize="0"/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7175337" y="3868794"/>
            <a:ext cx="406849" cy="4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1" title="image (15).png"/>
          <p:cNvPicPr preferRelativeResize="0"/>
          <p:nvPr/>
        </p:nvPicPr>
        <p:blipFill>
          <a:blip r:embed="rId14">
            <a:alphaModFix amt="58999"/>
          </a:blip>
          <a:stretch>
            <a:fillRect/>
          </a:stretch>
        </p:blipFill>
        <p:spPr>
          <a:xfrm>
            <a:off x="7821362" y="3893693"/>
            <a:ext cx="509426" cy="387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1"/>
          <p:cNvSpPr/>
          <p:nvPr/>
        </p:nvSpPr>
        <p:spPr>
          <a:xfrm>
            <a:off x="1" y="3850218"/>
            <a:ext cx="1252800" cy="13239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0" name="Google Shape;560;p31"/>
          <p:cNvPicPr preferRelativeResize="0"/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>
            <a:off x="751700" y="3612357"/>
            <a:ext cx="1323975" cy="9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1" title="Avalanche Team1.png"/>
          <p:cNvPicPr preferRelativeResize="0"/>
          <p:nvPr/>
        </p:nvPicPr>
        <p:blipFill>
          <a:blip r:embed="rId16">
            <a:alphaModFix amt="50000"/>
          </a:blip>
          <a:stretch>
            <a:fillRect/>
          </a:stretch>
        </p:blipFill>
        <p:spPr>
          <a:xfrm>
            <a:off x="3020414" y="3902140"/>
            <a:ext cx="365324" cy="37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1" title="image (16).png"/>
          <p:cNvPicPr preferRelativeResize="0"/>
          <p:nvPr/>
        </p:nvPicPr>
        <p:blipFill>
          <a:blip r:embed="rId17">
            <a:alphaModFix amt="70000"/>
          </a:blip>
          <a:stretch>
            <a:fillRect/>
          </a:stretch>
        </p:blipFill>
        <p:spPr>
          <a:xfrm>
            <a:off x="3709487" y="3868782"/>
            <a:ext cx="416875" cy="4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2"/>
          <p:cNvSpPr txBox="1"/>
          <p:nvPr>
            <p:ph type="title"/>
          </p:nvPr>
        </p:nvSpPr>
        <p:spPr>
          <a:xfrm>
            <a:off x="1957750" y="1728450"/>
            <a:ext cx="52284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HealthProof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8" name="Google Shape;568;p32"/>
          <p:cNvSpPr txBox="1"/>
          <p:nvPr>
            <p:ph idx="1" type="subTitle"/>
          </p:nvPr>
        </p:nvSpPr>
        <p:spPr>
          <a:xfrm>
            <a:off x="1432450" y="2846825"/>
            <a:ext cx="6279000" cy="11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new verification standard that allows anyone to check medical documents in seconds.</a:t>
            </a:r>
            <a:endParaRPr sz="1700"/>
          </a:p>
        </p:txBody>
      </p:sp>
      <p:sp>
        <p:nvSpPr>
          <p:cNvPr id="569" name="Google Shape;569;p32"/>
          <p:cNvSpPr/>
          <p:nvPr/>
        </p:nvSpPr>
        <p:spPr>
          <a:xfrm>
            <a:off x="4603550" y="3518100"/>
            <a:ext cx="10774126" cy="10774126"/>
          </a:xfrm>
          <a:custGeom>
            <a:rect b="b" l="l" r="r" t="t"/>
            <a:pathLst>
              <a:path extrusionOk="0" h="459500" w="45950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/>
          <p:nvPr/>
        </p:nvSpPr>
        <p:spPr>
          <a:xfrm flipH="1">
            <a:off x="209287" y="3190199"/>
            <a:ext cx="327000" cy="3279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2"/>
          <p:cNvSpPr/>
          <p:nvPr/>
        </p:nvSpPr>
        <p:spPr>
          <a:xfrm rot="10800000">
            <a:off x="-2099627" y="-4105156"/>
            <a:ext cx="5313540" cy="5305907"/>
          </a:xfrm>
          <a:custGeom>
            <a:rect b="b" l="l" r="r" t="t"/>
            <a:pathLst>
              <a:path extrusionOk="0" h="82518" w="82518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" name="Google Shape;572;p32"/>
          <p:cNvGrpSpPr/>
          <p:nvPr/>
        </p:nvGrpSpPr>
        <p:grpSpPr>
          <a:xfrm>
            <a:off x="-33703" y="617294"/>
            <a:ext cx="812959" cy="861672"/>
            <a:chOff x="5137170" y="1563182"/>
            <a:chExt cx="584358" cy="619462"/>
          </a:xfrm>
        </p:grpSpPr>
        <p:sp>
          <p:nvSpPr>
            <p:cNvPr id="573" name="Google Shape;573;p32"/>
            <p:cNvSpPr/>
            <p:nvPr/>
          </p:nvSpPr>
          <p:spPr>
            <a:xfrm>
              <a:off x="5137170" y="1563182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5137170" y="1750191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5312477" y="1563182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5312477" y="1750191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5476117" y="1563182"/>
              <a:ext cx="70104" cy="70127"/>
            </a:xfrm>
            <a:custGeom>
              <a:rect b="b" l="l" r="r" t="t"/>
              <a:pathLst>
                <a:path extrusionOk="0" h="93503" w="93472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5476117" y="1750191"/>
              <a:ext cx="70104" cy="70127"/>
            </a:xfrm>
            <a:custGeom>
              <a:rect b="b" l="l" r="r" t="t"/>
              <a:pathLst>
                <a:path extrusionOk="0" h="93503" w="93472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5651425" y="1563182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5651425" y="1750191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5137170" y="1925509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5137170" y="2112518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5312477" y="1925509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312477" y="2112518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476117" y="1925509"/>
              <a:ext cx="70104" cy="70127"/>
            </a:xfrm>
            <a:custGeom>
              <a:rect b="b" l="l" r="r" t="t"/>
              <a:pathLst>
                <a:path extrusionOk="0" h="93503" w="93472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476117" y="2112518"/>
              <a:ext cx="70104" cy="70127"/>
            </a:xfrm>
            <a:custGeom>
              <a:rect b="b" l="l" r="r" t="t"/>
              <a:pathLst>
                <a:path extrusionOk="0" h="93503" w="93472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5651425" y="1925509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5651425" y="2112518"/>
              <a:ext cx="70103" cy="70127"/>
            </a:xfrm>
            <a:custGeom>
              <a:rect b="b" l="l" r="r" t="t"/>
              <a:pathLst>
                <a:path extrusionOk="0" h="93503" w="93471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" name="Google Shape;589;p32"/>
          <p:cNvSpPr/>
          <p:nvPr/>
        </p:nvSpPr>
        <p:spPr>
          <a:xfrm flipH="1">
            <a:off x="2090212" y="4410442"/>
            <a:ext cx="327000" cy="3279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0" name="Google Shape;590;p32"/>
          <p:cNvGrpSpPr/>
          <p:nvPr/>
        </p:nvGrpSpPr>
        <p:grpSpPr>
          <a:xfrm>
            <a:off x="7424921" y="-21497"/>
            <a:ext cx="1719081" cy="2868320"/>
            <a:chOff x="7424921" y="54703"/>
            <a:chExt cx="1719081" cy="2868320"/>
          </a:xfrm>
        </p:grpSpPr>
        <p:grpSp>
          <p:nvGrpSpPr>
            <p:cNvPr id="591" name="Google Shape;591;p32"/>
            <p:cNvGrpSpPr/>
            <p:nvPr/>
          </p:nvGrpSpPr>
          <p:grpSpPr>
            <a:xfrm flipH="1" rot="5400000">
              <a:off x="7572320" y="-92697"/>
              <a:ext cx="1424282" cy="1719081"/>
              <a:chOff x="6141456" y="2237178"/>
              <a:chExt cx="1424282" cy="1719081"/>
            </a:xfrm>
          </p:grpSpPr>
          <p:sp>
            <p:nvSpPr>
              <p:cNvPr id="592" name="Google Shape;592;p32"/>
              <p:cNvSpPr/>
              <p:nvPr/>
            </p:nvSpPr>
            <p:spPr>
              <a:xfrm flipH="1">
                <a:off x="6596138" y="2411596"/>
                <a:ext cx="969600" cy="1077600"/>
              </a:xfrm>
              <a:prstGeom prst="mathPlus">
                <a:avLst>
                  <a:gd fmla="val 23520" name="adj1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 flipH="1">
                <a:off x="6141456" y="2237178"/>
                <a:ext cx="403200" cy="448200"/>
              </a:xfrm>
              <a:prstGeom prst="mathPlus">
                <a:avLst>
                  <a:gd fmla="val 23520" name="adj1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 flipH="1">
                <a:off x="7250925" y="3714759"/>
                <a:ext cx="217500" cy="241500"/>
              </a:xfrm>
              <a:prstGeom prst="mathPlus">
                <a:avLst>
                  <a:gd fmla="val 23520" name="adj1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2"/>
            <p:cNvGrpSpPr/>
            <p:nvPr/>
          </p:nvGrpSpPr>
          <p:grpSpPr>
            <a:xfrm>
              <a:off x="7494482" y="918297"/>
              <a:ext cx="1449606" cy="2004726"/>
              <a:chOff x="6023606" y="2206935"/>
              <a:chExt cx="1363693" cy="2089344"/>
            </a:xfrm>
          </p:grpSpPr>
          <p:sp>
            <p:nvSpPr>
              <p:cNvPr id="596" name="Google Shape;596;p32"/>
              <p:cNvSpPr/>
              <p:nvPr/>
            </p:nvSpPr>
            <p:spPr>
              <a:xfrm flipH="1">
                <a:off x="6023606" y="2206935"/>
                <a:ext cx="403200" cy="448200"/>
              </a:xfrm>
              <a:prstGeom prst="mathPlus">
                <a:avLst>
                  <a:gd fmla="val 23520" name="adj1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 flipH="1">
                <a:off x="7160199" y="4043979"/>
                <a:ext cx="227100" cy="252300"/>
              </a:xfrm>
              <a:prstGeom prst="mathPlus">
                <a:avLst>
                  <a:gd fmla="val 23520" name="adj1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 flipH="1">
                <a:off x="6579354" y="2819648"/>
                <a:ext cx="650100" cy="722100"/>
              </a:xfrm>
              <a:prstGeom prst="mathPlus">
                <a:avLst>
                  <a:gd fmla="val 23520" name="adj1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2"/>
          <p:cNvSpPr txBox="1"/>
          <p:nvPr/>
        </p:nvSpPr>
        <p:spPr>
          <a:xfrm>
            <a:off x="2740809" y="3624375"/>
            <a:ext cx="3662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rPr>
              <a:t>pablo@innovaxchain.com</a:t>
            </a:r>
            <a:endParaRPr sz="1600">
              <a:solidFill>
                <a:schemeClr val="accent4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600" name="Google Shape;600;p32" title="image - 2026-02-16T172923.386.png"/>
          <p:cNvPicPr preferRelativeResize="0"/>
          <p:nvPr/>
        </p:nvPicPr>
        <p:blipFill rotWithShape="1">
          <a:blip r:embed="rId3">
            <a:alphaModFix/>
          </a:blip>
          <a:srcRect b="17396" l="0" r="0" t="0"/>
          <a:stretch/>
        </p:blipFill>
        <p:spPr>
          <a:xfrm>
            <a:off x="7255109" y="3537466"/>
            <a:ext cx="1719074" cy="1419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